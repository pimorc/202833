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58" r:id="rId4"/>
    <p:sldId id="263" r:id="rId5"/>
    <p:sldId id="312" r:id="rId6"/>
    <p:sldId id="257" r:id="rId7"/>
    <p:sldId id="262" r:id="rId8"/>
    <p:sldId id="265" r:id="rId9"/>
    <p:sldId id="266" r:id="rId10"/>
    <p:sldId id="273" r:id="rId11"/>
    <p:sldId id="268" r:id="rId12"/>
    <p:sldId id="272" r:id="rId13"/>
    <p:sldId id="299" r:id="rId14"/>
    <p:sldId id="269" r:id="rId15"/>
    <p:sldId id="276" r:id="rId16"/>
    <p:sldId id="280" r:id="rId17"/>
    <p:sldId id="281" r:id="rId18"/>
    <p:sldId id="279" r:id="rId19"/>
    <p:sldId id="270" r:id="rId20"/>
    <p:sldId id="275" r:id="rId21"/>
    <p:sldId id="284" r:id="rId22"/>
    <p:sldId id="285" r:id="rId23"/>
    <p:sldId id="298" r:id="rId24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690FD-7607-8948-8647-C1E1DD2C1DD6}" v="2" dt="2024-03-05T03:06:50.269"/>
    <p1510:client id="{F59CECBF-703F-492C-98B2-39BFB7E7DD25}" v="7" dt="2024-03-05T03:11:1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MONRAT TIANSAWAT" userId="23cb1940-24c3-4a1d-b572-740fee7145f1" providerId="ADAL" clId="{F59CECBF-703F-492C-98B2-39BFB7E7DD25}"/>
    <pc:docChg chg="custSel addSld modSld">
      <pc:chgData name="PIMONRAT TIANSAWAT" userId="23cb1940-24c3-4a1d-b572-740fee7145f1" providerId="ADAL" clId="{F59CECBF-703F-492C-98B2-39BFB7E7DD25}" dt="2024-03-05T03:11:16.526" v="6" actId="478"/>
      <pc:docMkLst>
        <pc:docMk/>
      </pc:docMkLst>
      <pc:sldChg chg="delSp add mod delAnim">
        <pc:chgData name="PIMONRAT TIANSAWAT" userId="23cb1940-24c3-4a1d-b572-740fee7145f1" providerId="ADAL" clId="{F59CECBF-703F-492C-98B2-39BFB7E7DD25}" dt="2024-03-05T03:10:32.529" v="2" actId="478"/>
        <pc:sldMkLst>
          <pc:docMk/>
          <pc:sldMk cId="186451158" sldId="258"/>
        </pc:sldMkLst>
        <pc:picChg chg="del">
          <ac:chgData name="PIMONRAT TIANSAWAT" userId="23cb1940-24c3-4a1d-b572-740fee7145f1" providerId="ADAL" clId="{F59CECBF-703F-492C-98B2-39BFB7E7DD25}" dt="2024-03-05T03:10:30.329" v="1" actId="478"/>
          <ac:picMkLst>
            <pc:docMk/>
            <pc:sldMk cId="186451158" sldId="258"/>
            <ac:picMk id="4" creationId="{00000000-0000-0000-0000-000000000000}"/>
          </ac:picMkLst>
        </pc:picChg>
        <pc:inkChg chg="del">
          <ac:chgData name="PIMONRAT TIANSAWAT" userId="23cb1940-24c3-4a1d-b572-740fee7145f1" providerId="ADAL" clId="{F59CECBF-703F-492C-98B2-39BFB7E7DD25}" dt="2024-03-05T03:10:32.529" v="2" actId="478"/>
          <ac:inkMkLst>
            <pc:docMk/>
            <pc:sldMk cId="186451158" sldId="258"/>
            <ac:inkMk id="3" creationId="{00000000-0000-0000-0000-000000000000}"/>
          </ac:inkMkLst>
        </pc:inkChg>
      </pc:sldChg>
      <pc:sldChg chg="delSp add mod delAnim">
        <pc:chgData name="PIMONRAT TIANSAWAT" userId="23cb1940-24c3-4a1d-b572-740fee7145f1" providerId="ADAL" clId="{F59CECBF-703F-492C-98B2-39BFB7E7DD25}" dt="2024-03-05T03:11:16.526" v="6" actId="478"/>
        <pc:sldMkLst>
          <pc:docMk/>
          <pc:sldMk cId="2629426995" sldId="263"/>
        </pc:sldMkLst>
        <pc:picChg chg="del">
          <ac:chgData name="PIMONRAT TIANSAWAT" userId="23cb1940-24c3-4a1d-b572-740fee7145f1" providerId="ADAL" clId="{F59CECBF-703F-492C-98B2-39BFB7E7DD25}" dt="2024-03-05T03:11:16.526" v="6" actId="478"/>
          <ac:picMkLst>
            <pc:docMk/>
            <pc:sldMk cId="2629426995" sldId="263"/>
            <ac:picMk id="5" creationId="{00000000-0000-0000-0000-000000000000}"/>
          </ac:picMkLst>
        </pc:picChg>
      </pc:sldChg>
      <pc:sldChg chg="delSp add mod delAnim">
        <pc:chgData name="PIMONRAT TIANSAWAT" userId="23cb1940-24c3-4a1d-b572-740fee7145f1" providerId="ADAL" clId="{F59CECBF-703F-492C-98B2-39BFB7E7DD25}" dt="2024-03-05T03:11:12.474" v="5" actId="478"/>
        <pc:sldMkLst>
          <pc:docMk/>
          <pc:sldMk cId="2567585573" sldId="312"/>
        </pc:sldMkLst>
        <pc:picChg chg="del">
          <ac:chgData name="PIMONRAT TIANSAWAT" userId="23cb1940-24c3-4a1d-b572-740fee7145f1" providerId="ADAL" clId="{F59CECBF-703F-492C-98B2-39BFB7E7DD25}" dt="2024-03-05T03:11:12.474" v="5" actId="478"/>
          <ac:picMkLst>
            <pc:docMk/>
            <pc:sldMk cId="2567585573" sldId="312"/>
            <ac:picMk id="9" creationId="{00000000-0000-0000-0000-000000000000}"/>
          </ac:picMkLst>
        </pc:picChg>
      </pc:sldChg>
    </pc:docChg>
  </pc:docChgLst>
  <pc:docChgLst>
    <pc:chgData name="PIMONRAT TIANSAWAT" userId="23cb1940-24c3-4a1d-b572-740fee7145f1" providerId="ADAL" clId="{8A857AE4-505F-48F5-90BE-6DF4693FC301}"/>
    <pc:docChg chg="undo custSel addSld delSld modSld sldOrd modMainMaster">
      <pc:chgData name="PIMONRAT TIANSAWAT" userId="23cb1940-24c3-4a1d-b572-740fee7145f1" providerId="ADAL" clId="{8A857AE4-505F-48F5-90BE-6DF4693FC301}" dt="2023-10-11T02:46:45.754" v="159" actId="1076"/>
      <pc:docMkLst>
        <pc:docMk/>
      </pc:docMkLst>
      <pc:sldChg chg="addSp modSp mod setBg">
        <pc:chgData name="PIMONRAT TIANSAWAT" userId="23cb1940-24c3-4a1d-b572-740fee7145f1" providerId="ADAL" clId="{8A857AE4-505F-48F5-90BE-6DF4693FC301}" dt="2023-10-11T02:46:45.754" v="159" actId="1076"/>
        <pc:sldMkLst>
          <pc:docMk/>
          <pc:sldMk cId="2687768906" sldId="256"/>
        </pc:sldMkLst>
        <pc:spChg chg="mod">
          <ac:chgData name="PIMONRAT TIANSAWAT" userId="23cb1940-24c3-4a1d-b572-740fee7145f1" providerId="ADAL" clId="{8A857AE4-505F-48F5-90BE-6DF4693FC301}" dt="2023-10-11T02:46:32.987" v="157" actId="26606"/>
          <ac:spMkLst>
            <pc:docMk/>
            <pc:sldMk cId="2687768906" sldId="256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45.754" v="159" actId="1076"/>
          <ac:spMkLst>
            <pc:docMk/>
            <pc:sldMk cId="2687768906" sldId="256"/>
            <ac:spMk id="3" creationId="{00000000-0000-0000-0000-000000000000}"/>
          </ac:spMkLst>
        </pc:spChg>
        <pc:spChg chg="add">
          <ac:chgData name="PIMONRAT TIANSAWAT" userId="23cb1940-24c3-4a1d-b572-740fee7145f1" providerId="ADAL" clId="{8A857AE4-505F-48F5-90BE-6DF4693FC301}" dt="2023-10-11T02:46:32.987" v="157" actId="26606"/>
          <ac:spMkLst>
            <pc:docMk/>
            <pc:sldMk cId="2687768906" sldId="256"/>
            <ac:spMk id="8" creationId="{9095C1F4-AE7F-44E4-8693-40D3D6831140}"/>
          </ac:spMkLst>
        </pc:spChg>
        <pc:spChg chg="add">
          <ac:chgData name="PIMONRAT TIANSAWAT" userId="23cb1940-24c3-4a1d-b572-740fee7145f1" providerId="ADAL" clId="{8A857AE4-505F-48F5-90BE-6DF4693FC301}" dt="2023-10-11T02:46:32.987" v="157" actId="26606"/>
          <ac:spMkLst>
            <pc:docMk/>
            <pc:sldMk cId="2687768906" sldId="256"/>
            <ac:spMk id="14" creationId="{871AEA07-1E14-44B4-8E55-64EF049CD66F}"/>
          </ac:spMkLst>
        </pc:spChg>
        <pc:grpChg chg="add">
          <ac:chgData name="PIMONRAT TIANSAWAT" userId="23cb1940-24c3-4a1d-b572-740fee7145f1" providerId="ADAL" clId="{8A857AE4-505F-48F5-90BE-6DF4693FC301}" dt="2023-10-11T02:46:32.987" v="157" actId="26606"/>
          <ac:grpSpMkLst>
            <pc:docMk/>
            <pc:sldMk cId="2687768906" sldId="256"/>
            <ac:grpSpMk id="10" creationId="{8734DDD3-F723-4DD3-8ABE-EC0B2AC87D74}"/>
          </ac:grpSpMkLst>
        </pc:grpChg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2042282162" sldId="257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042282162" sldId="257"/>
            <ac:spMk id="6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30:22.696" v="111" actId="47"/>
        <pc:sldMkLst>
          <pc:docMk/>
          <pc:sldMk cId="186451158" sldId="258"/>
        </pc:sldMkLst>
      </pc:sldChg>
      <pc:sldChg chg="modSp mod">
        <pc:chgData name="PIMONRAT TIANSAWAT" userId="23cb1940-24c3-4a1d-b572-740fee7145f1" providerId="ADAL" clId="{8A857AE4-505F-48F5-90BE-6DF4693FC301}" dt="2023-10-11T02:46:16.077" v="156"/>
        <pc:sldMkLst>
          <pc:docMk/>
          <pc:sldMk cId="2429488455" sldId="259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429488455" sldId="259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429488455" sldId="259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429488455" sldId="259"/>
            <ac:spMk id="6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30:26.880" v="113" actId="47"/>
        <pc:sldMkLst>
          <pc:docMk/>
          <pc:sldMk cId="417280524" sldId="260"/>
        </pc:sldMkLst>
      </pc:sldChg>
      <pc:sldChg chg="del">
        <pc:chgData name="PIMONRAT TIANSAWAT" userId="23cb1940-24c3-4a1d-b572-740fee7145f1" providerId="ADAL" clId="{8A857AE4-505F-48F5-90BE-6DF4693FC301}" dt="2023-10-11T02:30:27.493" v="114" actId="47"/>
        <pc:sldMkLst>
          <pc:docMk/>
          <pc:sldMk cId="2454684975" sldId="261"/>
        </pc:sldMkLst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3868892110" sldId="262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868892110" sldId="262"/>
            <ac:spMk id="6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30:24.173" v="112" actId="47"/>
        <pc:sldMkLst>
          <pc:docMk/>
          <pc:sldMk cId="2629426995" sldId="263"/>
        </pc:sldMkLst>
      </pc:sldChg>
      <pc:sldChg chg="del ord">
        <pc:chgData name="PIMONRAT TIANSAWAT" userId="23cb1940-24c3-4a1d-b572-740fee7145f1" providerId="ADAL" clId="{8A857AE4-505F-48F5-90BE-6DF4693FC301}" dt="2023-10-11T02:21:32.781" v="6" actId="47"/>
        <pc:sldMkLst>
          <pc:docMk/>
          <pc:sldMk cId="740612441" sldId="264"/>
        </pc:sldMkLst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370415848" sldId="265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70415848" sldId="265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70415848" sldId="265"/>
            <ac:spMk id="6" creationId="{00000000-0000-0000-0000-000000000000}"/>
          </ac:spMkLst>
        </pc:spChg>
      </pc:sldChg>
      <pc:sldChg chg="modSp mod ord">
        <pc:chgData name="PIMONRAT TIANSAWAT" userId="23cb1940-24c3-4a1d-b572-740fee7145f1" providerId="ADAL" clId="{8A857AE4-505F-48F5-90BE-6DF4693FC301}" dt="2023-10-11T02:46:16.077" v="156"/>
        <pc:sldMkLst>
          <pc:docMk/>
          <pc:sldMk cId="1796053725" sldId="266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1796053725" sldId="266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5:52.590" v="146" actId="27636"/>
          <ac:spMkLst>
            <pc:docMk/>
            <pc:sldMk cId="1796053725" sldId="266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1796053725" sldId="266"/>
            <ac:spMk id="6" creationId="{00000000-0000-0000-0000-000000000000}"/>
          </ac:spMkLst>
        </pc:spChg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2351655029" sldId="268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351655029" sldId="268"/>
            <ac:spMk id="7" creationId="{00000000-0000-0000-0000-000000000000}"/>
          </ac:spMkLst>
        </pc:spChg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407278284" sldId="269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407278284" sldId="269"/>
            <ac:spMk id="6" creationId="{00000000-0000-0000-0000-000000000000}"/>
          </ac:spMkLst>
        </pc:spChg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1197396135" sldId="270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1197396135" sldId="270"/>
            <ac:spMk id="6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28:16.554" v="98" actId="47"/>
        <pc:sldMkLst>
          <pc:docMk/>
          <pc:sldMk cId="3228365378" sldId="271"/>
        </pc:sldMkLst>
      </pc:sldChg>
      <pc:sldChg chg="modSp mod ord setBg">
        <pc:chgData name="PIMONRAT TIANSAWAT" userId="23cb1940-24c3-4a1d-b572-740fee7145f1" providerId="ADAL" clId="{8A857AE4-505F-48F5-90BE-6DF4693FC301}" dt="2023-10-11T02:46:16.077" v="156"/>
        <pc:sldMkLst>
          <pc:docMk/>
          <pc:sldMk cId="1106674533" sldId="272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1106674533" sldId="272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1106674533" sldId="272"/>
            <ac:spMk id="6" creationId="{00000000-0000-0000-0000-000000000000}"/>
          </ac:spMkLst>
        </pc:spChg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233066871" sldId="273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33066871" sldId="273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33066871" sldId="273"/>
            <ac:spMk id="6" creationId="{00000000-0000-0000-0000-000000000000}"/>
          </ac:spMkLst>
        </pc:spChg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2288882962" sldId="275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288882962" sldId="275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288882962" sldId="275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288882962" sldId="275"/>
            <ac:spMk id="13" creationId="{00000000-0000-0000-0000-000000000000}"/>
          </ac:spMkLst>
        </pc:spChg>
      </pc:sldChg>
      <pc:sldChg chg="modSp ord">
        <pc:chgData name="PIMONRAT TIANSAWAT" userId="23cb1940-24c3-4a1d-b572-740fee7145f1" providerId="ADAL" clId="{8A857AE4-505F-48F5-90BE-6DF4693FC301}" dt="2023-10-11T02:46:16.077" v="156"/>
        <pc:sldMkLst>
          <pc:docMk/>
          <pc:sldMk cId="3702108446" sldId="276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702108446" sldId="276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702108446" sldId="276"/>
            <ac:spMk id="6" creationId="{00000000-0000-0000-0000-000000000000}"/>
          </ac:spMkLst>
        </pc:spChg>
      </pc:sldChg>
      <pc:sldChg chg="modSp mod">
        <pc:chgData name="PIMONRAT TIANSAWAT" userId="23cb1940-24c3-4a1d-b572-740fee7145f1" providerId="ADAL" clId="{8A857AE4-505F-48F5-90BE-6DF4693FC301}" dt="2023-10-11T02:46:16.077" v="156"/>
        <pc:sldMkLst>
          <pc:docMk/>
          <pc:sldMk cId="3668389748" sldId="279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668389748" sldId="279"/>
            <ac:spMk id="4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668389748" sldId="279"/>
            <ac:spMk id="6" creationId="{00000000-0000-0000-0000-000000000000}"/>
          </ac:spMkLst>
        </pc:spChg>
      </pc:sldChg>
      <pc:sldChg chg="modSp mod">
        <pc:chgData name="PIMONRAT TIANSAWAT" userId="23cb1940-24c3-4a1d-b572-740fee7145f1" providerId="ADAL" clId="{8A857AE4-505F-48F5-90BE-6DF4693FC301}" dt="2023-10-11T02:46:16.077" v="156"/>
        <pc:sldMkLst>
          <pc:docMk/>
          <pc:sldMk cId="3643936963" sldId="280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643936963" sldId="280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643936963" sldId="280"/>
            <ac:spMk id="7" creationId="{00000000-0000-0000-0000-000000000000}"/>
          </ac:spMkLst>
        </pc:spChg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2690865705" sldId="281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690865705" sldId="281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2690865705" sldId="281"/>
            <ac:spMk id="7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30:28.218" v="115" actId="47"/>
        <pc:sldMkLst>
          <pc:docMk/>
          <pc:sldMk cId="3164021100" sldId="283"/>
        </pc:sldMkLst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843391210" sldId="284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843391210" sldId="284"/>
            <ac:spMk id="4" creationId="{00000000-0000-0000-0000-000000000000}"/>
          </ac:spMkLst>
        </pc:spChg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3594217463" sldId="285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594217463" sldId="285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594217463" sldId="285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594217463" sldId="285"/>
            <ac:spMk id="4" creationId="{00000000-0000-0000-0000-000000000000}"/>
          </ac:spMkLst>
        </pc:spChg>
      </pc:sldChg>
      <pc:sldChg chg="del">
        <pc:chgData name="PIMONRAT TIANSAWAT" userId="23cb1940-24c3-4a1d-b572-740fee7145f1" providerId="ADAL" clId="{8A857AE4-505F-48F5-90BE-6DF4693FC301}" dt="2023-10-11T02:28:57.120" v="108" actId="47"/>
        <pc:sldMkLst>
          <pc:docMk/>
          <pc:sldMk cId="1335459591" sldId="286"/>
        </pc:sldMkLst>
      </pc:sldChg>
      <pc:sldChg chg="addSp del mod">
        <pc:chgData name="PIMONRAT TIANSAWAT" userId="23cb1940-24c3-4a1d-b572-740fee7145f1" providerId="ADAL" clId="{8A857AE4-505F-48F5-90BE-6DF4693FC301}" dt="2023-10-11T02:29:54.876" v="110" actId="47"/>
        <pc:sldMkLst>
          <pc:docMk/>
          <pc:sldMk cId="0" sldId="287"/>
        </pc:sldMkLst>
        <pc:spChg chg="add">
          <ac:chgData name="PIMONRAT TIANSAWAT" userId="23cb1940-24c3-4a1d-b572-740fee7145f1" providerId="ADAL" clId="{8A857AE4-505F-48F5-90BE-6DF4693FC301}" dt="2023-10-11T02:29:50.365" v="109" actId="22"/>
          <ac:spMkLst>
            <pc:docMk/>
            <pc:sldMk cId="0" sldId="287"/>
            <ac:spMk id="7" creationId="{C4ABCEF7-E65B-D77D-C647-5886DAF73BBA}"/>
          </ac:spMkLst>
        </pc:spChg>
      </pc:sldChg>
      <pc:sldChg chg="del">
        <pc:chgData name="PIMONRAT TIANSAWAT" userId="23cb1940-24c3-4a1d-b572-740fee7145f1" providerId="ADAL" clId="{8A857AE4-505F-48F5-90BE-6DF4693FC301}" dt="2023-10-11T02:28:35.134" v="99" actId="47"/>
        <pc:sldMkLst>
          <pc:docMk/>
          <pc:sldMk cId="0" sldId="289"/>
        </pc:sldMkLst>
      </pc:sldChg>
      <pc:sldChg chg="del">
        <pc:chgData name="PIMONRAT TIANSAWAT" userId="23cb1940-24c3-4a1d-b572-740fee7145f1" providerId="ADAL" clId="{8A857AE4-505F-48F5-90BE-6DF4693FC301}" dt="2023-10-11T02:28:39.081" v="100" actId="47"/>
        <pc:sldMkLst>
          <pc:docMk/>
          <pc:sldMk cId="0" sldId="290"/>
        </pc:sldMkLst>
      </pc:sldChg>
      <pc:sldChg chg="del">
        <pc:chgData name="PIMONRAT TIANSAWAT" userId="23cb1940-24c3-4a1d-b572-740fee7145f1" providerId="ADAL" clId="{8A857AE4-505F-48F5-90BE-6DF4693FC301}" dt="2023-10-11T02:28:39.917" v="101" actId="47"/>
        <pc:sldMkLst>
          <pc:docMk/>
          <pc:sldMk cId="0" sldId="291"/>
        </pc:sldMkLst>
      </pc:sldChg>
      <pc:sldChg chg="del">
        <pc:chgData name="PIMONRAT TIANSAWAT" userId="23cb1940-24c3-4a1d-b572-740fee7145f1" providerId="ADAL" clId="{8A857AE4-505F-48F5-90BE-6DF4693FC301}" dt="2023-10-11T02:28:40.320" v="102" actId="47"/>
        <pc:sldMkLst>
          <pc:docMk/>
          <pc:sldMk cId="0" sldId="292"/>
        </pc:sldMkLst>
      </pc:sldChg>
      <pc:sldChg chg="del">
        <pc:chgData name="PIMONRAT TIANSAWAT" userId="23cb1940-24c3-4a1d-b572-740fee7145f1" providerId="ADAL" clId="{8A857AE4-505F-48F5-90BE-6DF4693FC301}" dt="2023-10-11T02:28:41.931" v="103" actId="47"/>
        <pc:sldMkLst>
          <pc:docMk/>
          <pc:sldMk cId="0" sldId="293"/>
        </pc:sldMkLst>
      </pc:sldChg>
      <pc:sldChg chg="del">
        <pc:chgData name="PIMONRAT TIANSAWAT" userId="23cb1940-24c3-4a1d-b572-740fee7145f1" providerId="ADAL" clId="{8A857AE4-505F-48F5-90BE-6DF4693FC301}" dt="2023-10-11T02:28:42.564" v="104" actId="47"/>
        <pc:sldMkLst>
          <pc:docMk/>
          <pc:sldMk cId="0" sldId="294"/>
        </pc:sldMkLst>
      </pc:sldChg>
      <pc:sldChg chg="del">
        <pc:chgData name="PIMONRAT TIANSAWAT" userId="23cb1940-24c3-4a1d-b572-740fee7145f1" providerId="ADAL" clId="{8A857AE4-505F-48F5-90BE-6DF4693FC301}" dt="2023-10-11T02:28:43.641" v="105" actId="47"/>
        <pc:sldMkLst>
          <pc:docMk/>
          <pc:sldMk cId="0" sldId="295"/>
        </pc:sldMkLst>
      </pc:sldChg>
      <pc:sldChg chg="del">
        <pc:chgData name="PIMONRAT TIANSAWAT" userId="23cb1940-24c3-4a1d-b572-740fee7145f1" providerId="ADAL" clId="{8A857AE4-505F-48F5-90BE-6DF4693FC301}" dt="2023-10-11T02:28:44.182" v="106" actId="47"/>
        <pc:sldMkLst>
          <pc:docMk/>
          <pc:sldMk cId="0" sldId="296"/>
        </pc:sldMkLst>
      </pc:sldChg>
      <pc:sldChg chg="del">
        <pc:chgData name="PIMONRAT TIANSAWAT" userId="23cb1940-24c3-4a1d-b572-740fee7145f1" providerId="ADAL" clId="{8A857AE4-505F-48F5-90BE-6DF4693FC301}" dt="2023-10-11T02:28:47.683" v="107" actId="47"/>
        <pc:sldMkLst>
          <pc:docMk/>
          <pc:sldMk cId="0" sldId="297"/>
        </pc:sldMkLst>
      </pc:sldChg>
      <pc:sldChg chg="modSp">
        <pc:chgData name="PIMONRAT TIANSAWAT" userId="23cb1940-24c3-4a1d-b572-740fee7145f1" providerId="ADAL" clId="{8A857AE4-505F-48F5-90BE-6DF4693FC301}" dt="2023-10-11T02:46:16.077" v="156"/>
        <pc:sldMkLst>
          <pc:docMk/>
          <pc:sldMk cId="0" sldId="298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0" sldId="298"/>
            <ac:spMk id="2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0" sldId="298"/>
            <ac:spMk id="3" creationId="{00000000-0000-0000-0000-000000000000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0" sldId="298"/>
            <ac:spMk id="4" creationId="{00000000-0000-0000-0000-000000000000}"/>
          </ac:spMkLst>
        </pc:spChg>
      </pc:sldChg>
      <pc:sldChg chg="addSp modSp new mod ord">
        <pc:chgData name="PIMONRAT TIANSAWAT" userId="23cb1940-24c3-4a1d-b572-740fee7145f1" providerId="ADAL" clId="{8A857AE4-505F-48F5-90BE-6DF4693FC301}" dt="2023-10-11T02:46:16.077" v="156"/>
        <pc:sldMkLst>
          <pc:docMk/>
          <pc:sldMk cId="304379422" sldId="299"/>
        </pc:sldMkLst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04379422" sldId="299"/>
            <ac:spMk id="2" creationId="{CD9DDF7C-8C22-AB96-1FB9-5EB59A4E9015}"/>
          </ac:spMkLst>
        </pc:spChg>
        <pc:spChg chg="mod">
          <ac:chgData name="PIMONRAT TIANSAWAT" userId="23cb1940-24c3-4a1d-b572-740fee7145f1" providerId="ADAL" clId="{8A857AE4-505F-48F5-90BE-6DF4693FC301}" dt="2023-10-11T02:27:23.499" v="91" actId="14100"/>
          <ac:spMkLst>
            <pc:docMk/>
            <pc:sldMk cId="304379422" sldId="299"/>
            <ac:spMk id="3" creationId="{EC9FA744-068E-553E-0FAC-7006A7BC8C39}"/>
          </ac:spMkLst>
        </pc:spChg>
        <pc:spChg chg="mod">
          <ac:chgData name="PIMONRAT TIANSAWAT" userId="23cb1940-24c3-4a1d-b572-740fee7145f1" providerId="ADAL" clId="{8A857AE4-505F-48F5-90BE-6DF4693FC301}" dt="2023-10-11T02:46:16.077" v="156"/>
          <ac:spMkLst>
            <pc:docMk/>
            <pc:sldMk cId="304379422" sldId="299"/>
            <ac:spMk id="4" creationId="{60F2FB8F-B956-6A4D-C89C-BA24FCA5925B}"/>
          </ac:spMkLst>
        </pc:spChg>
        <pc:spChg chg="add mod">
          <ac:chgData name="PIMONRAT TIANSAWAT" userId="23cb1940-24c3-4a1d-b572-740fee7145f1" providerId="ADAL" clId="{8A857AE4-505F-48F5-90BE-6DF4693FC301}" dt="2023-10-11T02:26:20.260" v="62" actId="20577"/>
          <ac:spMkLst>
            <pc:docMk/>
            <pc:sldMk cId="304379422" sldId="299"/>
            <ac:spMk id="6" creationId="{A03F66E6-8E5B-F090-F0F9-9BE17B7AA4AF}"/>
          </ac:spMkLst>
        </pc:spChg>
      </pc:sldChg>
      <pc:sldMasterChg chg="setBg modSldLayout">
        <pc:chgData name="PIMONRAT TIANSAWAT" userId="23cb1940-24c3-4a1d-b572-740fee7145f1" providerId="ADAL" clId="{8A857AE4-505F-48F5-90BE-6DF4693FC301}" dt="2023-10-11T02:46:07.186" v="148"/>
        <pc:sldMasterMkLst>
          <pc:docMk/>
          <pc:sldMasterMk cId="2773576116" sldId="2147483648"/>
        </pc:sldMasterMkLst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3704857010" sldId="2147483649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730726676" sldId="2147483650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3537774573" sldId="2147483651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1827152971" sldId="2147483652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2399212208" sldId="2147483653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1569624999" sldId="2147483654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3187472049" sldId="2147483655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2127286301" sldId="2147483656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4158777544" sldId="2147483657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410476923" sldId="2147483658"/>
          </pc:sldLayoutMkLst>
        </pc:sldLayoutChg>
        <pc:sldLayoutChg chg="setBg">
          <pc:chgData name="PIMONRAT TIANSAWAT" userId="23cb1940-24c3-4a1d-b572-740fee7145f1" providerId="ADAL" clId="{8A857AE4-505F-48F5-90BE-6DF4693FC301}" dt="2023-10-11T02:46:07.186" v="148"/>
          <pc:sldLayoutMkLst>
            <pc:docMk/>
            <pc:sldMasterMk cId="2773576116" sldId="2147483648"/>
            <pc:sldLayoutMk cId="179946675" sldId="2147483659"/>
          </pc:sldLayoutMkLst>
        </pc:sldLayoutChg>
      </pc:sldMasterChg>
    </pc:docChg>
  </pc:docChgLst>
  <pc:docChgLst>
    <pc:chgData name="PIMONRAT TIANSAWAT" userId="S::pimonrat.t@cmu.ac.th::23cb1940-24c3-4a1d-b572-740fee7145f1" providerId="AD" clId="Web-{5D9690FD-7607-8948-8647-C1E1DD2C1DD6}"/>
    <pc:docChg chg="modSld">
      <pc:chgData name="PIMONRAT TIANSAWAT" userId="S::pimonrat.t@cmu.ac.th::23cb1940-24c3-4a1d-b572-740fee7145f1" providerId="AD" clId="Web-{5D9690FD-7607-8948-8647-C1E1DD2C1DD6}" dt="2024-03-05T03:06:50.269" v="1" actId="1076"/>
      <pc:docMkLst>
        <pc:docMk/>
      </pc:docMkLst>
      <pc:sldChg chg="modSp">
        <pc:chgData name="PIMONRAT TIANSAWAT" userId="S::pimonrat.t@cmu.ac.th::23cb1940-24c3-4a1d-b572-740fee7145f1" providerId="AD" clId="Web-{5D9690FD-7607-8948-8647-C1E1DD2C1DD6}" dt="2024-03-05T03:06:50.269" v="1" actId="1076"/>
        <pc:sldMkLst>
          <pc:docMk/>
          <pc:sldMk cId="3643936963" sldId="280"/>
        </pc:sldMkLst>
        <pc:cxnChg chg="mod">
          <ac:chgData name="PIMONRAT TIANSAWAT" userId="S::pimonrat.t@cmu.ac.th::23cb1940-24c3-4a1d-b572-740fee7145f1" providerId="AD" clId="Web-{5D9690FD-7607-8948-8647-C1E1DD2C1DD6}" dt="2024-03-05T03:06:47.222" v="0" actId="1076"/>
          <ac:cxnSpMkLst>
            <pc:docMk/>
            <pc:sldMk cId="3643936963" sldId="280"/>
            <ac:cxnSpMk id="8" creationId="{00000000-0000-0000-0000-000000000000}"/>
          </ac:cxnSpMkLst>
        </pc:cxnChg>
        <pc:cxnChg chg="mod">
          <ac:chgData name="PIMONRAT TIANSAWAT" userId="S::pimonrat.t@cmu.ac.th::23cb1940-24c3-4a1d-b572-740fee7145f1" providerId="AD" clId="Web-{5D9690FD-7607-8948-8647-C1E1DD2C1DD6}" dt="2024-03-05T03:06:50.269" v="1" actId="1076"/>
          <ac:cxnSpMkLst>
            <pc:docMk/>
            <pc:sldMk cId="3643936963" sldId="280"/>
            <ac:cxnSpMk id="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1AC31-8BF7-415B-A845-A0562478A5A5}" type="datetimeFigureOut">
              <a:rPr lang="th-TH" smtClean="0"/>
              <a:pPr/>
              <a:t>15/01/69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09FD1-FA8B-4022-978D-6BBE774E24A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064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http://www.statisticshowto.com/wp-content/uploads/2015/09/variance-covariance-matrix-2.png</a:t>
            </a:r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09FD1-FA8B-4022-978D-6BBE774E24AB}" type="slidenum">
              <a:rPr lang="th-TH" smtClean="0"/>
              <a:pPr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50025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th-TH">
                <a:ea typeface="ＭＳ Ｐゴシック" charset="-128"/>
              </a:rPr>
              <a:t>S. </a:t>
            </a:r>
            <a:r>
              <a:rPr lang="en-US" altLang="th-TH" err="1">
                <a:ea typeface="ＭＳ Ｐゴシック" charset="-128"/>
              </a:rPr>
              <a:t>Narasimhan</a:t>
            </a:r>
            <a:r>
              <a:rPr lang="en-US" altLang="th-TH">
                <a:ea typeface="ＭＳ Ｐゴシック" charset="-128"/>
              </a:rPr>
              <a:t> 2010</a:t>
            </a: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09FD1-FA8B-4022-978D-6BBE774E24AB}" type="slidenum">
              <a:rPr lang="th-TH" smtClean="0"/>
              <a:pPr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72116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http://www.janda.org/workshop/factor%20analysis/SPSS%20run/SPSS08.gif</a:t>
            </a:r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09FD1-FA8B-4022-978D-6BBE774E24AB}" type="slidenum">
              <a:rPr lang="th-TH" smtClean="0"/>
              <a:pPr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291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24D-105E-4478-98DC-905DBBE3D84A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485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AFF7-1881-484F-B57A-81FE7F219E88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3072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9B3C-0802-4EBA-ABF0-BE179F4CB227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777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1FAC-A5DA-4535-B4AC-5ACEFB88D074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7152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45C4-0F74-45C2-A690-5EF91C4A3DD3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921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D509-7CA0-4EAB-A1A7-EA9365A70303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962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1A5E-DE5A-48E5-9E9A-A644001FC108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747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E202-1926-4DDF-B04B-B9017788244B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728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95A-FA05-4CD3-8BC8-07D502986D1A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5877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ABDDD-7494-41BA-BA31-4673C102A46D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47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22BA-F7AF-447A-A1FE-7E34431F88B6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94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6C010-D965-451E-83A9-F23C07034118}" type="datetime1">
              <a:rPr lang="th-TH" smtClean="0"/>
              <a:pPr/>
              <a:t>15/01/69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DE1C-DEC9-483D-AFF7-8BD801FBF768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7357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-15978"/>
            <a:ext cx="5360514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1055718"/>
            <a:ext cx="8249304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84683"/>
            <a:ext cx="6858000" cy="25518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700"/>
              <a:t>Multivariate Analysis</a:t>
            </a:r>
            <a:br>
              <a:rPr lang="en-US" sz="5700"/>
            </a:br>
            <a:br>
              <a:rPr lang="en-US" sz="5700"/>
            </a:br>
            <a:r>
              <a:rPr lang="en-US" sz="5700"/>
              <a:t>PCA</a:t>
            </a:r>
            <a:endParaRPr lang="th-TH" sz="57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5729497"/>
            <a:ext cx="6858000" cy="1182135"/>
          </a:xfrm>
        </p:spPr>
        <p:txBody>
          <a:bodyPr anchor="ctr">
            <a:normAutofit/>
          </a:bodyPr>
          <a:lstStyle/>
          <a:p>
            <a:r>
              <a:rPr lang="en-US" sz="2400"/>
              <a:t>Pimonrat Tiansawat</a:t>
            </a:r>
          </a:p>
        </p:txBody>
      </p:sp>
    </p:spTree>
    <p:extLst>
      <p:ext uri="{BB962C8B-B14F-4D97-AF65-F5344CB8AC3E}">
        <p14:creationId xmlns:p14="http://schemas.microsoft.com/office/powerpoint/2010/main" val="268776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Objectives: students should be able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describe common terminology in multivariate analysis lessons</a:t>
            </a:r>
          </a:p>
          <a:p>
            <a:endParaRPr lang="en-US"/>
          </a:p>
          <a:p>
            <a:r>
              <a:rPr lang="en-US"/>
              <a:t>To describe how principal components analysis work</a:t>
            </a: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948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480" y="116632"/>
            <a:ext cx="7869560" cy="1224136"/>
          </a:xfrm>
        </p:spPr>
        <p:txBody>
          <a:bodyPr>
            <a:normAutofit fontScale="90000"/>
          </a:bodyPr>
          <a:lstStyle/>
          <a:p>
            <a:pPr algn="r"/>
            <a:r>
              <a:rPr lang="en-US"/>
              <a:t>Examples of </a:t>
            </a:r>
            <a:br>
              <a:rPr lang="en-US"/>
            </a:br>
            <a:r>
              <a:rPr lang="en-US"/>
              <a:t>multivariate data sets</a:t>
            </a:r>
            <a:endParaRPr lang="th-TH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51520" y="260649"/>
          <a:ext cx="3384375" cy="5972175"/>
        </p:xfrm>
        <a:graphic>
          <a:graphicData uri="http://schemas.openxmlformats.org/drawingml/2006/table">
            <a:tbl>
              <a:tblPr/>
              <a:tblGrid>
                <a:gridCol w="6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89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4890"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67944" y="1700808"/>
            <a:ext cx="4259243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Type = 0-2 = 3 species of Iris</a:t>
            </a:r>
          </a:p>
          <a:p>
            <a:r>
              <a:rPr lang="en-US"/>
              <a:t>Measurement</a:t>
            </a:r>
          </a:p>
          <a:p>
            <a:pPr marL="457200" indent="-457200">
              <a:buFontTx/>
              <a:buChar char="-"/>
            </a:pPr>
            <a:r>
              <a:rPr lang="en-US"/>
              <a:t>Petal width</a:t>
            </a:r>
          </a:p>
          <a:p>
            <a:pPr marL="457200" indent="-457200">
              <a:buFontTx/>
              <a:buChar char="-"/>
            </a:pPr>
            <a:r>
              <a:rPr lang="en-US"/>
              <a:t>Petal length</a:t>
            </a:r>
          </a:p>
          <a:p>
            <a:pPr marL="457200" indent="-457200">
              <a:buFontTx/>
              <a:buChar char="-"/>
            </a:pPr>
            <a:r>
              <a:rPr lang="en-US"/>
              <a:t>Sepal width</a:t>
            </a:r>
          </a:p>
          <a:p>
            <a:pPr marL="457200" indent="-457200">
              <a:buFontTx/>
              <a:buChar char="-"/>
            </a:pPr>
            <a:r>
              <a:rPr lang="en-US"/>
              <a:t>Sepal length</a:t>
            </a:r>
          </a:p>
          <a:p>
            <a:endParaRPr lang="en-US"/>
          </a:p>
          <a:p>
            <a:r>
              <a:rPr lang="en-US"/>
              <a:t>150 observations</a:t>
            </a:r>
          </a:p>
          <a:p>
            <a:r>
              <a:rPr lang="en-US"/>
              <a:t>(Anderson’s data</a:t>
            </a:r>
          </a:p>
          <a:p>
            <a:r>
              <a:rPr lang="en-US"/>
              <a:t>published by </a:t>
            </a:r>
          </a:p>
          <a:p>
            <a:r>
              <a:rPr lang="en-US"/>
              <a:t>Fisher 1936)</a:t>
            </a:r>
            <a:endParaRPr lang="th-TH"/>
          </a:p>
        </p:txBody>
      </p:sp>
      <p:pic>
        <p:nvPicPr>
          <p:cNvPr id="7170" name="Picture 2" descr="https://upload.wikimedia.org/wikipedia/commons/4/41/Iris_versicolor_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301208"/>
            <a:ext cx="1889760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45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655"/>
    </mc:Choice>
    <mc:Fallback xmlns="">
      <p:transition spd="slow" advTm="1186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568952" cy="1143000"/>
          </a:xfrm>
        </p:spPr>
        <p:txBody>
          <a:bodyPr>
            <a:normAutofit fontScale="90000"/>
          </a:bodyPr>
          <a:lstStyle/>
          <a:p>
            <a:r>
              <a:rPr lang="en-US"/>
              <a:t>Mean dry weight of 54 plant species on 89 plots and covariates</a:t>
            </a:r>
            <a:endParaRPr lang="th-TH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23528" y="1628800"/>
          <a:ext cx="8563610" cy="5029200"/>
        </p:xfrm>
        <a:graphic>
          <a:graphicData uri="http://schemas.openxmlformats.org/drawingml/2006/table">
            <a:tbl>
              <a:tblPr/>
              <a:tblGrid>
                <a:gridCol w="8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plot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species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…..</a:t>
                      </a:r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6.455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4.275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5.235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5.725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th-TH" sz="2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2942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643"/>
    </mc:Choice>
    <mc:Fallback xmlns="">
      <p:transition spd="slow" advTm="1146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293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Two main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13045"/>
            <a:ext cx="4040188" cy="639762"/>
          </a:xfrm>
        </p:spPr>
        <p:txBody>
          <a:bodyPr/>
          <a:lstStyle/>
          <a:p>
            <a:r>
              <a:rPr lang="en-US"/>
              <a:t>Dependence: y= </a:t>
            </a:r>
            <a:r>
              <a:rPr lang="en-US" i="1"/>
              <a:t>f</a:t>
            </a:r>
            <a:r>
              <a:rPr lang="en-US"/>
              <a:t>(x)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1916832"/>
            <a:ext cx="4497388" cy="48245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dependent variable y or a set of dependent variables (&gt;1) is explained by x.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e.g. </a:t>
            </a:r>
          </a:p>
          <a:p>
            <a:pPr marL="0" indent="0">
              <a:buNone/>
            </a:pPr>
            <a:r>
              <a:rPr lang="en-US" dirty="0"/>
              <a:t>Multiple ANOVA (MANOVA),</a:t>
            </a:r>
          </a:p>
          <a:p>
            <a:pPr marL="0" indent="0">
              <a:buNone/>
            </a:pPr>
            <a:r>
              <a:rPr lang="en-US" dirty="0"/>
              <a:t>Multivariate discriminant analysis,</a:t>
            </a:r>
          </a:p>
          <a:p>
            <a:pPr marL="0" indent="0">
              <a:buNone/>
            </a:pPr>
            <a:r>
              <a:rPr lang="en-US" dirty="0"/>
              <a:t>Multiple regression*,</a:t>
            </a:r>
          </a:p>
          <a:p>
            <a:pPr marL="0" indent="0">
              <a:buNone/>
            </a:pPr>
            <a:r>
              <a:rPr lang="en-US" dirty="0"/>
              <a:t>Structural equations model,</a:t>
            </a:r>
          </a:p>
          <a:p>
            <a:pPr marL="0" indent="0">
              <a:buNone/>
            </a:pPr>
            <a:r>
              <a:rPr lang="en-US" dirty="0"/>
              <a:t>Conjoint analysis,</a:t>
            </a:r>
          </a:p>
          <a:p>
            <a:pPr marL="0" indent="0">
              <a:buNone/>
            </a:pPr>
            <a:r>
              <a:rPr lang="en-US" dirty="0"/>
              <a:t>Canonical correlation analysis</a:t>
            </a:r>
          </a:p>
          <a:p>
            <a:pPr marL="0" indent="0">
              <a:buNone/>
            </a:pPr>
            <a:r>
              <a:rPr lang="en-US" dirty="0"/>
              <a:t>etc.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00139"/>
            <a:ext cx="4041775" cy="639762"/>
          </a:xfrm>
        </p:spPr>
        <p:txBody>
          <a:bodyPr/>
          <a:lstStyle/>
          <a:p>
            <a:r>
              <a:rPr lang="en-US"/>
              <a:t>Interdependence: </a:t>
            </a:r>
            <a:r>
              <a:rPr lang="en-US" i="1"/>
              <a:t>f</a:t>
            </a:r>
            <a:r>
              <a:rPr lang="en-US"/>
              <a:t>(x, y) = 0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880827"/>
            <a:ext cx="4536504" cy="4896544"/>
          </a:xfrm>
        </p:spPr>
        <p:txBody>
          <a:bodyPr>
            <a:normAutofit/>
          </a:bodyPr>
          <a:lstStyle/>
          <a:p>
            <a:r>
              <a:rPr lang="en-US" dirty="0"/>
              <a:t>Simultaneous analysis of variables without distinction between dependent and independent variables</a:t>
            </a:r>
          </a:p>
          <a:p>
            <a:pPr marL="0" indent="0">
              <a:buNone/>
            </a:pPr>
            <a:r>
              <a:rPr lang="en-US" dirty="0"/>
              <a:t>e.g. </a:t>
            </a:r>
          </a:p>
          <a:p>
            <a:pPr marL="0" indent="0">
              <a:buNone/>
            </a:pPr>
            <a:r>
              <a:rPr lang="en-US" dirty="0"/>
              <a:t>Principal component analysis (PCA)</a:t>
            </a:r>
          </a:p>
          <a:p>
            <a:pPr marL="0" indent="0">
              <a:buNone/>
            </a:pPr>
            <a:r>
              <a:rPr lang="en-US" dirty="0"/>
              <a:t>Cluster analysis</a:t>
            </a:r>
          </a:p>
          <a:p>
            <a:pPr marL="0" indent="0">
              <a:buNone/>
            </a:pPr>
            <a:r>
              <a:rPr lang="en-US" dirty="0"/>
              <a:t>Multidimensional scaling</a:t>
            </a:r>
          </a:p>
          <a:p>
            <a:pPr marL="0" indent="0">
              <a:buNone/>
            </a:pPr>
            <a:r>
              <a:rPr lang="en-US" dirty="0"/>
              <a:t>Correspondence analysis</a:t>
            </a:r>
          </a:p>
          <a:p>
            <a:pPr marL="0" indent="0">
              <a:buNone/>
            </a:pPr>
            <a:r>
              <a:rPr lang="en-US" dirty="0"/>
              <a:t>etc.</a:t>
            </a:r>
          </a:p>
          <a:p>
            <a:pPr marL="0" indent="0" algn="ctr">
              <a:buNone/>
            </a:pPr>
            <a:r>
              <a:rPr lang="en-US" b="1" dirty="0"/>
              <a:t>We will learn this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6758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354"/>
    </mc:Choice>
    <mc:Fallback xmlns="">
      <p:transition spd="slow" advTm="16135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9036496" cy="1143000"/>
          </a:xfrm>
        </p:spPr>
        <p:txBody>
          <a:bodyPr>
            <a:normAutofit fontScale="90000"/>
          </a:bodyPr>
          <a:lstStyle/>
          <a:p>
            <a:r>
              <a:rPr lang="en-US"/>
              <a:t>What multivariate techniques look for?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r>
              <a:rPr lang="en-US"/>
              <a:t>Structure in data</a:t>
            </a:r>
          </a:p>
          <a:p>
            <a:endParaRPr lang="en-US"/>
          </a:p>
          <a:p>
            <a:r>
              <a:rPr lang="en-US"/>
              <a:t>Categories or groups of objects</a:t>
            </a:r>
          </a:p>
          <a:p>
            <a:endParaRPr lang="en-US"/>
          </a:p>
          <a:p>
            <a:r>
              <a:rPr lang="en-US"/>
              <a:t>Producing hypotheses to prepare further studies</a:t>
            </a: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228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/>
              <a:t>Ordination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112568"/>
          </a:xfrm>
        </p:spPr>
        <p:txBody>
          <a:bodyPr/>
          <a:lstStyle/>
          <a:p>
            <a:r>
              <a:rPr lang="en-US"/>
              <a:t>The ordering or arranging of sampling units among any number of dimensions or gradients</a:t>
            </a:r>
          </a:p>
          <a:p>
            <a:endParaRPr lang="en-US"/>
          </a:p>
          <a:p>
            <a:r>
              <a:rPr lang="en-US"/>
              <a:t>Often reduce dimensionality to 2-3 axes</a:t>
            </a:r>
          </a:p>
          <a:p>
            <a:pPr lvl="1"/>
            <a:r>
              <a:rPr lang="en-US"/>
              <a:t>Reduce noise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Reduce redundancy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889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US"/>
              <a:t>Ordination as data reduction 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Summarize a data set containing many variables into a smaller number of </a:t>
            </a:r>
            <a:r>
              <a:rPr lang="en-US" i="1"/>
              <a:t>composite (synthetic) variables</a:t>
            </a:r>
          </a:p>
          <a:p>
            <a:endParaRPr lang="en-US" i="1"/>
          </a:p>
          <a:p>
            <a:endParaRPr lang="th-TH" i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41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Principal Component Analysis: PCA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256584"/>
          </a:xfrm>
        </p:spPr>
        <p:txBody>
          <a:bodyPr>
            <a:normAutofit/>
          </a:bodyPr>
          <a:lstStyle/>
          <a:p>
            <a:r>
              <a:rPr lang="en-US"/>
              <a:t>One of the most popular exploratory analyses</a:t>
            </a:r>
          </a:p>
          <a:p>
            <a:endParaRPr lang="en-US"/>
          </a:p>
          <a:p>
            <a:r>
              <a:rPr lang="en-US"/>
              <a:t>Technique to find a small number of </a:t>
            </a:r>
            <a:r>
              <a:rPr lang="en-US" b="1"/>
              <a:t>linear combinations</a:t>
            </a:r>
            <a:r>
              <a:rPr lang="en-US"/>
              <a:t> of the variables to capture most of the variation in the data set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/>
              <a:t>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2</a:t>
            </a:r>
            <a:r>
              <a:rPr lang="en-US"/>
              <a:t>, X</a:t>
            </a:r>
            <a:r>
              <a:rPr lang="en-US" baseline="-25000"/>
              <a:t>3</a:t>
            </a:r>
            <a:r>
              <a:rPr lang="en-US"/>
              <a:t>,…, </a:t>
            </a:r>
            <a:r>
              <a:rPr lang="en-US" err="1"/>
              <a:t>X</a:t>
            </a:r>
            <a:r>
              <a:rPr lang="en-US" baseline="-25000" err="1"/>
              <a:t>n</a:t>
            </a:r>
            <a:r>
              <a:rPr lang="en-US" baseline="-25000"/>
              <a:t> </a:t>
            </a:r>
            <a:r>
              <a:rPr lang="en-US"/>
              <a:t>  </a:t>
            </a:r>
            <a:r>
              <a:rPr lang="en-US">
                <a:sym typeface="Wingdings" panose="05000000000000000000" pitchFamily="2" charset="2"/>
              </a:rPr>
              <a:t>  C</a:t>
            </a:r>
            <a:r>
              <a:rPr lang="en-US" baseline="-25000">
                <a:sym typeface="Wingdings" panose="05000000000000000000" pitchFamily="2" charset="2"/>
              </a:rPr>
              <a:t>1</a:t>
            </a:r>
            <a:r>
              <a:rPr lang="en-US">
                <a:sym typeface="Wingdings" panose="05000000000000000000" pitchFamily="2" charset="2"/>
              </a:rPr>
              <a:t>, C</a:t>
            </a:r>
            <a:r>
              <a:rPr lang="en-US" baseline="-25000">
                <a:sym typeface="Wingdings" panose="05000000000000000000" pitchFamily="2" charset="2"/>
              </a:rPr>
              <a:t>2</a:t>
            </a:r>
            <a:r>
              <a:rPr lang="en-US">
                <a:sym typeface="Wingdings" panose="05000000000000000000" pitchFamily="2" charset="2"/>
              </a:rPr>
              <a:t>, C</a:t>
            </a:r>
            <a:r>
              <a:rPr lang="en-US" baseline="-25000">
                <a:sym typeface="Wingdings" panose="05000000000000000000" pitchFamily="2" charset="2"/>
              </a:rPr>
              <a:t>3</a:t>
            </a:r>
            <a:r>
              <a:rPr lang="en-US">
                <a:sym typeface="Wingdings" panose="05000000000000000000" pitchFamily="2" charset="2"/>
              </a:rPr>
              <a:t>,…, </a:t>
            </a:r>
            <a:r>
              <a:rPr lang="en-US" err="1">
                <a:sym typeface="Wingdings" panose="05000000000000000000" pitchFamily="2" charset="2"/>
              </a:rPr>
              <a:t>C</a:t>
            </a:r>
            <a:r>
              <a:rPr lang="en-US" baseline="-25000" err="1">
                <a:sym typeface="Wingdings" panose="05000000000000000000" pitchFamily="2" charset="2"/>
              </a:rPr>
              <a:t>p</a:t>
            </a:r>
            <a:r>
              <a:rPr lang="en-US">
                <a:sym typeface="Wingdings" panose="05000000000000000000" pitchFamily="2" charset="2"/>
              </a:rPr>
              <a:t> </a:t>
            </a:r>
          </a:p>
          <a:p>
            <a:pPr marL="0" indent="0" algn="ctr"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 algn="r">
              <a:buNone/>
            </a:pPr>
            <a:r>
              <a:rPr lang="en-US">
                <a:sym typeface="Wingdings" panose="05000000000000000000" pitchFamily="2" charset="2"/>
              </a:rPr>
              <a:t>where p &lt; n</a:t>
            </a:r>
          </a:p>
          <a:p>
            <a:pPr marL="0" indent="0">
              <a:buNone/>
            </a:pP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605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US"/>
              <a:t>PCA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Karl Pearson 1901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“On Lines and Planes </a:t>
            </a:r>
          </a:p>
          <a:p>
            <a:pPr marL="0" indent="0">
              <a:buNone/>
            </a:pPr>
            <a:r>
              <a:rPr lang="en-US"/>
              <a:t>of Closets Fit to </a:t>
            </a:r>
          </a:p>
          <a:p>
            <a:pPr marL="0" indent="0">
              <a:buNone/>
            </a:pPr>
            <a:r>
              <a:rPr lang="en-US"/>
              <a:t>Systems of Points </a:t>
            </a:r>
          </a:p>
          <a:p>
            <a:pPr marL="0" indent="0">
              <a:buNone/>
            </a:pPr>
            <a:r>
              <a:rPr lang="en-US"/>
              <a:t>in Space”</a:t>
            </a:r>
            <a:endParaRPr lang="th-TH"/>
          </a:p>
        </p:txBody>
      </p:sp>
      <p:pic>
        <p:nvPicPr>
          <p:cNvPr id="4098" name="Picture 2" descr="Portrait of Karl Pears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96752"/>
            <a:ext cx="3672408" cy="522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06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endParaRPr lang="th-TH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904385"/>
              </p:ext>
            </p:extLst>
          </p:nvPr>
        </p:nvGraphicFramePr>
        <p:xfrm>
          <a:off x="395536" y="188640"/>
          <a:ext cx="856865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Chemistry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0" y="2636912"/>
                <a:ext cx="9144000" cy="3898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Solution </a:t>
                </a:r>
                <a:r>
                  <a:rPr lang="en-US">
                    <a:sym typeface="Wingdings" panose="05000000000000000000" pitchFamily="2" charset="2"/>
                  </a:rPr>
                  <a:t> arithmetic m</a:t>
                </a:r>
                <a:r>
                  <a:rPr lang="en-US"/>
                  <a:t>ean</a:t>
                </a:r>
              </a:p>
              <a:p>
                <a:endParaRPr lang="en-US"/>
              </a:p>
              <a:p>
                <a:r>
                  <a:rPr 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 Math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 Physics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 Chemistry</a:t>
                </a:r>
              </a:p>
              <a:p>
                <a:endParaRPr lang="en-US"/>
              </a:p>
              <a:p>
                <a:r>
                  <a:rPr lang="en-US"/>
                  <a:t>Vector of coefficient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) </a:t>
                </a:r>
                <a:r>
                  <a:rPr lang="en-US">
                    <a:sym typeface="Wingdings" panose="05000000000000000000" pitchFamily="2" charset="2"/>
                  </a:rPr>
                  <a:t> linear combinations</a:t>
                </a:r>
              </a:p>
              <a:p>
                <a:endParaRPr lang="en-US">
                  <a:sym typeface="Wingdings" panose="05000000000000000000" pitchFamily="2" charset="2"/>
                </a:endParaRPr>
              </a:p>
              <a:p>
                <a:r>
                  <a:rPr lang="en-US">
                    <a:sym typeface="Wingdings" panose="05000000000000000000" pitchFamily="2" charset="2"/>
                  </a:rPr>
                  <a:t>Sum of vector of coefficient = 1  Standardized linear combination</a:t>
                </a:r>
                <a:endParaRPr lang="th-TH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6912"/>
                <a:ext cx="9144000" cy="3898760"/>
              </a:xfrm>
              <a:prstGeom prst="rect">
                <a:avLst/>
              </a:prstGeom>
              <a:blipFill>
                <a:blip r:embed="rId2"/>
                <a:stretch>
                  <a:fillRect l="-1333" t="-2034" b="-3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165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/>
              <a:t>When to use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66124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To reduce the dataset to have fewer dimensions and to preserve as much information as possible.</a:t>
            </a:r>
          </a:p>
          <a:p>
            <a:endParaRPr lang="en-US"/>
          </a:p>
          <a:p>
            <a:r>
              <a:rPr lang="en-US"/>
              <a:t>Data with approximately linear relationship among variables</a:t>
            </a:r>
          </a:p>
          <a:p>
            <a:endParaRPr lang="en-US"/>
          </a:p>
          <a:p>
            <a:r>
              <a:rPr lang="en-US"/>
              <a:t>Sample size </a:t>
            </a:r>
          </a:p>
          <a:p>
            <a:pPr marL="0" indent="0">
              <a:buNone/>
            </a:pPr>
            <a:r>
              <a:rPr lang="en-US" err="1"/>
              <a:t>Tabachinik</a:t>
            </a:r>
            <a:r>
              <a:rPr lang="en-US"/>
              <a:t> and </a:t>
            </a:r>
            <a:r>
              <a:rPr lang="en-US" err="1"/>
              <a:t>Fidell</a:t>
            </a:r>
            <a:r>
              <a:rPr lang="en-US"/>
              <a:t> 1989 proposed at least 5 sample units</a:t>
            </a:r>
          </a:p>
          <a:p>
            <a:pPr marL="0" indent="0">
              <a:buNone/>
            </a:pPr>
            <a:r>
              <a:rPr lang="en-US" err="1"/>
              <a:t>Tabachinik</a:t>
            </a:r>
            <a:r>
              <a:rPr lang="en-US"/>
              <a:t> and </a:t>
            </a:r>
            <a:r>
              <a:rPr lang="en-US" err="1"/>
              <a:t>Fidell</a:t>
            </a:r>
            <a:r>
              <a:rPr lang="en-US"/>
              <a:t> 1996 </a:t>
            </a:r>
            <a:r>
              <a:rPr lang="en-US">
                <a:sym typeface="Wingdings" panose="05000000000000000000" pitchFamily="2" charset="2"/>
              </a:rPr>
              <a:t> 100 of sample units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Bottom line – weak correlation structure </a:t>
            </a:r>
            <a:r>
              <a:rPr lang="en-US">
                <a:sym typeface="Wingdings" panose="05000000000000000000" pitchFamily="2" charset="2"/>
              </a:rPr>
              <a:t> larger sample size</a:t>
            </a: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667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DF7C-8C22-AB96-1FB9-5EB59A4E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A744-068E-553E-0FAC-7006A7BC8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03650"/>
          </a:xfrm>
        </p:spPr>
        <p:txBody>
          <a:bodyPr>
            <a:normAutofit/>
          </a:bodyPr>
          <a:lstStyle/>
          <a:p>
            <a:r>
              <a:rPr lang="en-US"/>
              <a:t>Standardize the continuous initial variables</a:t>
            </a:r>
          </a:p>
          <a:p>
            <a:r>
              <a:rPr lang="en-US"/>
              <a:t>Compute the covariance matrix (correlation)</a:t>
            </a:r>
          </a:p>
          <a:p>
            <a:r>
              <a:rPr lang="en-US"/>
              <a:t>Compute the eigenvectors and eigenvalues of the covariance matrix</a:t>
            </a:r>
          </a:p>
          <a:p>
            <a:r>
              <a:rPr lang="en-US"/>
              <a:t>Create a feature vector to decide which principal components to keep</a:t>
            </a:r>
          </a:p>
          <a:p>
            <a:r>
              <a:rPr lang="en-US"/>
              <a:t>Recast the data along the principal component axes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FB8F-B956-6A4D-C89C-BA24FCA5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13</a:t>
            </a:fld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F66E6-8E5B-F090-F0F9-9BE17B7AA4AF}"/>
              </a:ext>
            </a:extLst>
          </p:cNvPr>
          <p:cNvSpPr txBox="1"/>
          <p:nvPr/>
        </p:nvSpPr>
        <p:spPr>
          <a:xfrm>
            <a:off x="0" y="6422687"/>
            <a:ext cx="9145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Zakaria </a:t>
            </a:r>
            <a:r>
              <a:rPr lang="en-US" sz="1600" err="1"/>
              <a:t>Jaadi</a:t>
            </a:r>
            <a:r>
              <a:rPr lang="en-US" sz="1600"/>
              <a:t> - https://builtin.com/data-science/step-step-explanation-principal-component-analysis</a:t>
            </a:r>
          </a:p>
        </p:txBody>
      </p:sp>
    </p:spTree>
    <p:extLst>
      <p:ext uri="{BB962C8B-B14F-4D97-AF65-F5344CB8AC3E}">
        <p14:creationId xmlns:p14="http://schemas.microsoft.com/office/powerpoint/2010/main" val="30437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PCA </a:t>
            </a:r>
            <a:r>
              <a:rPr lang="en-US">
                <a:sym typeface="Wingdings" panose="05000000000000000000" pitchFamily="2" charset="2"/>
              </a:rPr>
              <a:t> finds a set of standardized orthogonal linear combinations 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392488"/>
          </a:xfrm>
        </p:spPr>
        <p:txBody>
          <a:bodyPr/>
          <a:lstStyle/>
          <a:p>
            <a:r>
              <a:rPr lang="en-US"/>
              <a:t>Aim = explain all of the variation in the original data sets</a:t>
            </a:r>
          </a:p>
          <a:p>
            <a:endParaRPr lang="en-US"/>
          </a:p>
          <a:p>
            <a:r>
              <a:rPr lang="en-US"/>
              <a:t>Variables </a:t>
            </a:r>
            <a:r>
              <a:rPr lang="en-US">
                <a:sym typeface="Wingdings" panose="05000000000000000000" pitchFamily="2" charset="2"/>
              </a:rPr>
              <a:t> X</a:t>
            </a:r>
            <a:r>
              <a:rPr lang="en-US" baseline="-25000">
                <a:sym typeface="Wingdings" panose="05000000000000000000" pitchFamily="2" charset="2"/>
              </a:rPr>
              <a:t>1</a:t>
            </a:r>
            <a:r>
              <a:rPr lang="en-US">
                <a:sym typeface="Wingdings" panose="05000000000000000000" pitchFamily="2" charset="2"/>
              </a:rPr>
              <a:t>, X</a:t>
            </a:r>
            <a:r>
              <a:rPr lang="en-US" baseline="-25000">
                <a:sym typeface="Wingdings" panose="05000000000000000000" pitchFamily="2" charset="2"/>
              </a:rPr>
              <a:t>2</a:t>
            </a:r>
            <a:r>
              <a:rPr lang="en-US">
                <a:sym typeface="Wingdings" panose="05000000000000000000" pitchFamily="2" charset="2"/>
              </a:rPr>
              <a:t>, …, </a:t>
            </a:r>
            <a:r>
              <a:rPr lang="en-US" err="1">
                <a:sym typeface="Wingdings" panose="05000000000000000000" pitchFamily="2" charset="2"/>
              </a:rPr>
              <a:t>X</a:t>
            </a:r>
            <a:r>
              <a:rPr lang="en-US" baseline="-25000" err="1">
                <a:sym typeface="Wingdings" panose="05000000000000000000" pitchFamily="2" charset="2"/>
              </a:rPr>
              <a:t>n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Principal Components</a:t>
            </a:r>
          </a:p>
          <a:p>
            <a:pPr marL="0" indent="0" algn="ctr">
              <a:buNone/>
            </a:pPr>
            <a:r>
              <a:rPr lang="en-US">
                <a:sym typeface="Wingdings" panose="05000000000000000000" pitchFamily="2" charset="2"/>
              </a:rPr>
              <a:t>C</a:t>
            </a:r>
            <a:r>
              <a:rPr lang="en-US" baseline="-25000">
                <a:sym typeface="Wingdings" panose="05000000000000000000" pitchFamily="2" charset="2"/>
              </a:rPr>
              <a:t>1 </a:t>
            </a:r>
            <a:r>
              <a:rPr lang="en-US">
                <a:sym typeface="Wingdings" panose="05000000000000000000" pitchFamily="2" charset="2"/>
              </a:rPr>
              <a:t> = a</a:t>
            </a:r>
            <a:r>
              <a:rPr lang="en-US" baseline="-25000">
                <a:sym typeface="Wingdings" panose="05000000000000000000" pitchFamily="2" charset="2"/>
              </a:rPr>
              <a:t>11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1</a:t>
            </a:r>
            <a:r>
              <a:rPr lang="en-US">
                <a:sym typeface="Wingdings" panose="05000000000000000000" pitchFamily="2" charset="2"/>
              </a:rPr>
              <a:t>+a</a:t>
            </a:r>
            <a:r>
              <a:rPr lang="en-US" baseline="-25000">
                <a:sym typeface="Wingdings" panose="05000000000000000000" pitchFamily="2" charset="2"/>
              </a:rPr>
              <a:t>12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2</a:t>
            </a:r>
            <a:r>
              <a:rPr lang="en-US">
                <a:sym typeface="Wingdings" panose="05000000000000000000" pitchFamily="2" charset="2"/>
              </a:rPr>
              <a:t> +…+ a</a:t>
            </a:r>
            <a:r>
              <a:rPr lang="en-US" baseline="-25000">
                <a:sym typeface="Wingdings" panose="05000000000000000000" pitchFamily="2" charset="2"/>
              </a:rPr>
              <a:t>1n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n</a:t>
            </a:r>
          </a:p>
          <a:p>
            <a:pPr marL="0" indent="0" algn="ctr">
              <a:buNone/>
            </a:pPr>
            <a:r>
              <a:rPr lang="en-US">
                <a:sym typeface="Wingdings" panose="05000000000000000000" pitchFamily="2" charset="2"/>
              </a:rPr>
              <a:t>C</a:t>
            </a:r>
            <a:r>
              <a:rPr lang="en-US" baseline="-25000">
                <a:sym typeface="Wingdings" panose="05000000000000000000" pitchFamily="2" charset="2"/>
              </a:rPr>
              <a:t>2 </a:t>
            </a:r>
            <a:r>
              <a:rPr lang="en-US">
                <a:sym typeface="Wingdings" panose="05000000000000000000" pitchFamily="2" charset="2"/>
              </a:rPr>
              <a:t> = a</a:t>
            </a:r>
            <a:r>
              <a:rPr lang="en-US" baseline="-25000">
                <a:sym typeface="Wingdings" panose="05000000000000000000" pitchFamily="2" charset="2"/>
              </a:rPr>
              <a:t>21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1</a:t>
            </a:r>
            <a:r>
              <a:rPr lang="en-US">
                <a:sym typeface="Wingdings" panose="05000000000000000000" pitchFamily="2" charset="2"/>
              </a:rPr>
              <a:t>+a</a:t>
            </a:r>
            <a:r>
              <a:rPr lang="en-US" baseline="-25000">
                <a:sym typeface="Wingdings" panose="05000000000000000000" pitchFamily="2" charset="2"/>
              </a:rPr>
              <a:t>22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2</a:t>
            </a:r>
            <a:r>
              <a:rPr lang="en-US">
                <a:sym typeface="Wingdings" panose="05000000000000000000" pitchFamily="2" charset="2"/>
              </a:rPr>
              <a:t> +…+ a</a:t>
            </a:r>
            <a:r>
              <a:rPr lang="en-US" baseline="-25000">
                <a:sym typeface="Wingdings" panose="05000000000000000000" pitchFamily="2" charset="2"/>
              </a:rPr>
              <a:t>2n</a:t>
            </a:r>
            <a:r>
              <a:rPr lang="en-US">
                <a:sym typeface="Wingdings" panose="05000000000000000000" pitchFamily="2" charset="2"/>
              </a:rPr>
              <a:t>X</a:t>
            </a:r>
            <a:r>
              <a:rPr lang="en-US" baseline="-25000">
                <a:sym typeface="Wingdings" panose="05000000000000000000" pitchFamily="2" charset="2"/>
              </a:rPr>
              <a:t>n</a:t>
            </a:r>
          </a:p>
          <a:p>
            <a:pPr marL="0" indent="0" algn="ctr">
              <a:buNone/>
            </a:pPr>
            <a:r>
              <a:rPr lang="en-US" baseline="-25000">
                <a:sym typeface="Wingdings" panose="05000000000000000000" pitchFamily="2" charset="2"/>
              </a:rPr>
              <a:t>…….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278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29600" cy="4525963"/>
          </a:xfrm>
        </p:spPr>
        <p:txBody>
          <a:bodyPr/>
          <a:lstStyle/>
          <a:p>
            <a:r>
              <a:rPr lang="en-GB" altLang="th-TH">
                <a:ea typeface="ＭＳ Ｐゴシック" charset="-128"/>
              </a:rPr>
              <a:t>{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11</a:t>
            </a:r>
            <a:r>
              <a:rPr lang="en-GB" altLang="th-TH">
                <a:ea typeface="ＭＳ Ｐゴシック" charset="-128"/>
              </a:rPr>
              <a:t>,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12</a:t>
            </a:r>
            <a:r>
              <a:rPr lang="en-GB" altLang="th-TH">
                <a:ea typeface="ＭＳ Ｐゴシック" charset="-128"/>
              </a:rPr>
              <a:t>,...,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1n</a:t>
            </a:r>
            <a:r>
              <a:rPr lang="en-GB" altLang="th-TH">
                <a:ea typeface="ＭＳ Ｐゴシック" charset="-128"/>
              </a:rPr>
              <a:t>} is 1st </a:t>
            </a:r>
            <a:r>
              <a:rPr lang="en-GB" altLang="th-TH" b="1">
                <a:ea typeface="ＭＳ Ｐゴシック" charset="-128"/>
              </a:rPr>
              <a:t>Eigenvector</a:t>
            </a:r>
            <a:r>
              <a:rPr lang="en-GB" altLang="th-TH">
                <a:ea typeface="ＭＳ Ｐゴシック" charset="-128"/>
              </a:rPr>
              <a:t> of  	correlation/covariance matrix, and </a:t>
            </a:r>
            <a:r>
              <a:rPr lang="en-GB" altLang="th-TH" b="1">
                <a:ea typeface="ＭＳ Ｐゴシック" charset="-128"/>
              </a:rPr>
              <a:t>coefficients</a:t>
            </a:r>
            <a:r>
              <a:rPr lang="en-GB" altLang="th-TH">
                <a:ea typeface="ＭＳ Ｐゴシック" charset="-128"/>
              </a:rPr>
              <a:t> of first principal component</a:t>
            </a:r>
          </a:p>
          <a:p>
            <a:endParaRPr lang="en-GB" altLang="th-TH">
              <a:ea typeface="ＭＳ Ｐゴシック" charset="-128"/>
            </a:endParaRPr>
          </a:p>
          <a:p>
            <a:r>
              <a:rPr lang="en-GB" altLang="th-TH">
                <a:ea typeface="ＭＳ Ｐゴシック" charset="-128"/>
              </a:rPr>
              <a:t>{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21</a:t>
            </a:r>
            <a:r>
              <a:rPr lang="en-GB" altLang="th-TH">
                <a:ea typeface="ＭＳ Ｐゴシック" charset="-128"/>
              </a:rPr>
              <a:t>,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22</a:t>
            </a:r>
            <a:r>
              <a:rPr lang="en-GB" altLang="th-TH">
                <a:ea typeface="ＭＳ Ｐゴシック" charset="-128"/>
              </a:rPr>
              <a:t>,...,</a:t>
            </a:r>
            <a:r>
              <a:rPr lang="en-GB" altLang="th-TH" i="1">
                <a:ea typeface="ＭＳ Ｐゴシック" charset="-128"/>
              </a:rPr>
              <a:t>a</a:t>
            </a:r>
            <a:r>
              <a:rPr lang="en-GB" altLang="th-TH" baseline="-25000">
                <a:ea typeface="ＭＳ Ｐゴシック" charset="-128"/>
              </a:rPr>
              <a:t>2n</a:t>
            </a:r>
            <a:r>
              <a:rPr lang="en-GB" altLang="th-TH">
                <a:ea typeface="ＭＳ Ｐゴシック" charset="-128"/>
              </a:rPr>
              <a:t>} is 2nd </a:t>
            </a:r>
            <a:r>
              <a:rPr lang="en-GB" altLang="th-TH" b="1">
                <a:ea typeface="ＭＳ Ｐゴシック" charset="-128"/>
              </a:rPr>
              <a:t>Eigenvector</a:t>
            </a:r>
            <a:r>
              <a:rPr lang="en-GB" altLang="th-TH">
                <a:ea typeface="ＭＳ Ｐゴシック" charset="-128"/>
              </a:rPr>
              <a:t> of 	correlation/covariance matrix, and </a:t>
            </a:r>
            <a:r>
              <a:rPr lang="en-GB" altLang="th-TH" b="1">
                <a:ea typeface="ＭＳ Ｐゴシック" charset="-128"/>
              </a:rPr>
              <a:t>coefficients</a:t>
            </a:r>
            <a:r>
              <a:rPr lang="en-GB" altLang="th-TH">
                <a:ea typeface="ＭＳ Ｐゴシック" charset="-128"/>
              </a:rPr>
              <a:t> of 2nd principal component</a:t>
            </a:r>
          </a:p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210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Variance-covariance matrix (Covariance matrix)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064"/>
            <a:ext cx="8229600" cy="469810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Var(</a:t>
            </a:r>
            <a:r>
              <a:rPr lang="en-US" i="1" err="1"/>
              <a:t>A</a:t>
            </a:r>
            <a:r>
              <a:rPr lang="en-US"/>
              <a:t>) = [</a:t>
            </a:r>
            <a:r>
              <a:rPr lang="el-GR"/>
              <a:t>Σ ( </a:t>
            </a:r>
            <a:r>
              <a:rPr lang="en-US" i="1"/>
              <a:t>A</a:t>
            </a:r>
            <a:r>
              <a:rPr lang="en-US" baseline="-25000"/>
              <a:t>i</a:t>
            </a:r>
            <a:r>
              <a:rPr lang="en-US"/>
              <a:t> - </a:t>
            </a:r>
            <a:r>
              <a:rPr lang="en-US" i="1"/>
              <a:t>A</a:t>
            </a:r>
            <a:r>
              <a:rPr lang="en-US"/>
              <a:t> )</a:t>
            </a:r>
            <a:r>
              <a:rPr lang="en-US" baseline="30000"/>
              <a:t>2</a:t>
            </a:r>
            <a:r>
              <a:rPr lang="en-US"/>
              <a:t>] / </a:t>
            </a:r>
            <a:r>
              <a:rPr lang="en-US" i="1"/>
              <a:t>N</a:t>
            </a:r>
            <a:r>
              <a:rPr lang="en-US"/>
              <a:t> 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Cov</a:t>
            </a:r>
            <a:r>
              <a:rPr lang="en-US"/>
              <a:t> (A,B) = </a:t>
            </a:r>
            <a:r>
              <a:rPr lang="es-ES"/>
              <a:t>= [Σ ( </a:t>
            </a:r>
            <a:r>
              <a:rPr lang="es-ES" i="1" err="1"/>
              <a:t>A</a:t>
            </a:r>
            <a:r>
              <a:rPr lang="es-ES" baseline="-25000" err="1"/>
              <a:t>i</a:t>
            </a:r>
            <a:r>
              <a:rPr lang="es-ES"/>
              <a:t> - </a:t>
            </a:r>
            <a:r>
              <a:rPr lang="es-ES" i="1"/>
              <a:t>A</a:t>
            </a:r>
            <a:r>
              <a:rPr lang="es-ES"/>
              <a:t> ) ( </a:t>
            </a:r>
            <a:r>
              <a:rPr lang="es-ES" i="1"/>
              <a:t>B</a:t>
            </a:r>
            <a:r>
              <a:rPr lang="es-ES" baseline="-25000"/>
              <a:t>i</a:t>
            </a:r>
            <a:r>
              <a:rPr lang="es-ES"/>
              <a:t> - </a:t>
            </a:r>
            <a:r>
              <a:rPr lang="es-ES" i="1"/>
              <a:t>B</a:t>
            </a:r>
            <a:r>
              <a:rPr lang="es-ES"/>
              <a:t> )]/ </a:t>
            </a:r>
            <a:r>
              <a:rPr lang="es-ES" i="1"/>
              <a:t>N</a:t>
            </a:r>
            <a:r>
              <a:rPr lang="es-ES"/>
              <a:t> </a:t>
            </a:r>
            <a:endParaRPr lang="th-TH"/>
          </a:p>
        </p:txBody>
      </p:sp>
      <p:pic>
        <p:nvPicPr>
          <p:cNvPr id="9218" name="Picture 2" descr="http://www.statisticshowto.com/wp-content/uploads/2015/09/variance-covariance-matrix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060848"/>
            <a:ext cx="4186238" cy="150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505200" y="3733800"/>
            <a:ext cx="379512" cy="125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019460" y="5061341"/>
            <a:ext cx="2160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05470" y="5061341"/>
            <a:ext cx="2160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3936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/>
              <a:t>Correlation matrix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err="1"/>
              <a:t>corr</a:t>
            </a:r>
            <a:r>
              <a:rPr lang="en-US"/>
              <a:t>(A, B) =   </a:t>
            </a:r>
            <a:r>
              <a:rPr lang="en-US" err="1"/>
              <a:t>Cov</a:t>
            </a:r>
            <a:r>
              <a:rPr lang="en-US"/>
              <a:t> (A, B)</a:t>
            </a:r>
          </a:p>
          <a:p>
            <a:pPr marL="0" indent="0" algn="ctr">
              <a:buNone/>
            </a:pPr>
            <a:r>
              <a:rPr lang="en-US"/>
              <a:t>		             </a:t>
            </a:r>
            <a:r>
              <a:rPr lang="en-US" err="1"/>
              <a:t>sd(A</a:t>
            </a:r>
            <a:r>
              <a:rPr lang="en-US"/>
              <a:t>) </a:t>
            </a:r>
            <a:r>
              <a:rPr lang="en-US" err="1"/>
              <a:t>sd(B</a:t>
            </a:r>
            <a:r>
              <a:rPr lang="en-US"/>
              <a:t>)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sd</a:t>
            </a:r>
            <a:r>
              <a:rPr lang="en-US"/>
              <a:t>(A) = standard deviation of A</a:t>
            </a:r>
          </a:p>
          <a:p>
            <a:pPr marL="0" indent="0">
              <a:buNone/>
            </a:pPr>
            <a:r>
              <a:rPr lang="en-US" err="1"/>
              <a:t>sd</a:t>
            </a:r>
            <a:r>
              <a:rPr lang="en-US"/>
              <a:t>(B) = standard deviation of B</a:t>
            </a:r>
            <a:endParaRPr lang="th-TH"/>
          </a:p>
        </p:txBody>
      </p:sp>
      <p:cxnSp>
        <p:nvCxnSpPr>
          <p:cNvPr id="4" name="Straight Connector 3"/>
          <p:cNvCxnSpPr/>
          <p:nvPr/>
        </p:nvCxnSpPr>
        <p:spPr>
          <a:xfrm>
            <a:off x="4716016" y="2178157"/>
            <a:ext cx="20722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0865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PCA is either performed on a </a:t>
            </a:r>
            <a:r>
              <a:rPr lang="en-US" i="1"/>
              <a:t>variance–covariance</a:t>
            </a:r>
            <a:r>
              <a:rPr lang="en-US"/>
              <a:t> matrix or on a </a:t>
            </a:r>
            <a:r>
              <a:rPr lang="en-US" i="1"/>
              <a:t>correlation matrix</a:t>
            </a:r>
            <a:r>
              <a:rPr lang="en-US"/>
              <a:t>.</a:t>
            </a:r>
            <a:endParaRPr lang="th-TH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2856"/>
            <a:ext cx="8229600" cy="453650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altLang="th-TH" sz="2800" i="1">
                <a:ea typeface="ＭＳ Ｐゴシック" charset="-128"/>
              </a:rPr>
              <a:t>Covariance Matrix:</a:t>
            </a:r>
            <a:endParaRPr lang="en-GB" altLang="th-TH" sz="2800">
              <a:ea typeface="ＭＳ Ｐゴシック" charset="-128"/>
            </a:endParaRP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Variables must be in same units</a:t>
            </a: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Emphasizes variables with most variance</a:t>
            </a: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Mean eigenvalue </a:t>
            </a:r>
            <a:r>
              <a:rPr lang="en-GB" altLang="th-TH" sz="2400">
                <a:ea typeface="ＭＳ Ｐゴシック" charset="-128"/>
                <a:cs typeface="Times New Roman" pitchFamily="18" charset="0"/>
              </a:rPr>
              <a:t>≠</a:t>
            </a:r>
            <a:r>
              <a:rPr lang="en-GB" altLang="th-TH" sz="2400">
                <a:ea typeface="ＭＳ Ｐゴシック" charset="-128"/>
              </a:rPr>
              <a:t>1.0</a:t>
            </a:r>
          </a:p>
          <a:p>
            <a:pPr lvl="1" eaLnBrk="1" hangingPunct="1">
              <a:buFontTx/>
              <a:buNone/>
            </a:pPr>
            <a:endParaRPr lang="en-GB" altLang="th-TH" sz="2400">
              <a:ea typeface="ＭＳ Ｐゴシック" charset="-128"/>
            </a:endParaRPr>
          </a:p>
          <a:p>
            <a:pPr eaLnBrk="1" hangingPunct="1"/>
            <a:r>
              <a:rPr lang="en-GB" altLang="th-TH" sz="2800" i="1">
                <a:ea typeface="ＭＳ Ｐゴシック" charset="-128"/>
              </a:rPr>
              <a:t>Correlation Matrix:</a:t>
            </a:r>
            <a:endParaRPr lang="en-GB" altLang="th-TH" sz="2800">
              <a:ea typeface="ＭＳ Ｐゴシック" charset="-128"/>
            </a:endParaRP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Variables are standardized (mean 0.0, SD 1.0)</a:t>
            </a: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Variables can be in different units</a:t>
            </a: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All variables have same impact on analysis</a:t>
            </a:r>
          </a:p>
          <a:p>
            <a:pPr lvl="1" eaLnBrk="1" hangingPunct="1"/>
            <a:r>
              <a:rPr lang="en-GB" altLang="th-TH" sz="2400">
                <a:ea typeface="ＭＳ Ｐゴシック" charset="-128"/>
              </a:rPr>
              <a:t>Mean eigenvalue = 1.0</a:t>
            </a:r>
            <a:endParaRPr lang="en-US" altLang="th-TH" sz="2400">
              <a:ea typeface="ＭＳ Ｐゴシック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838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/>
              <a:t>Orthogonal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r>
              <a:rPr lang="en-US"/>
              <a:t>Perpendicular</a:t>
            </a:r>
          </a:p>
          <a:p>
            <a:endParaRPr lang="en-US"/>
          </a:p>
          <a:p>
            <a:r>
              <a:rPr lang="en-US"/>
              <a:t>Independent</a:t>
            </a:r>
          </a:p>
          <a:p>
            <a:endParaRPr lang="en-US"/>
          </a:p>
          <a:p>
            <a:endParaRPr lang="th-TH"/>
          </a:p>
        </p:txBody>
      </p:sp>
      <p:pic>
        <p:nvPicPr>
          <p:cNvPr id="2050" name="Picture 2" descr="https://upload.wikimedia.org/wikipedia/commons/thumb/8/84/Perpendicular-coloured.svg/220px-Perpendicular-coloure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241" y="1700808"/>
            <a:ext cx="333510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7396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914400"/>
            <a:ext cx="4217988" cy="4572000"/>
          </a:xfrm>
          <a:prstGeom prst="rect">
            <a:avLst/>
          </a:prstGeom>
          <a:noFill/>
        </p:spPr>
      </p:pic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660650" y="1676400"/>
            <a:ext cx="5494338" cy="2590800"/>
            <a:chOff x="2160" y="1728"/>
            <a:chExt cx="3461" cy="1632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2160" y="1920"/>
              <a:ext cx="1824" cy="14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4320" y="1728"/>
              <a:ext cx="1301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9pPr>
            </a:lstStyle>
            <a:p>
              <a:r>
                <a:rPr lang="en-US" altLang="th-TH" i="1">
                  <a:latin typeface="Times New Roman" pitchFamily="18" charset="0"/>
                </a:rPr>
                <a:t>1st Principal </a:t>
              </a:r>
            </a:p>
            <a:p>
              <a:r>
                <a:rPr lang="en-US" altLang="th-TH" i="1">
                  <a:latin typeface="Times New Roman" pitchFamily="18" charset="0"/>
                </a:rPr>
                <a:t>Component, </a:t>
              </a:r>
              <a:r>
                <a:rPr lang="en-GB" altLang="th-TH" i="1">
                  <a:solidFill>
                    <a:schemeClr val="accent2"/>
                  </a:solidFill>
                  <a:latin typeface="Times New Roman" pitchFamily="18" charset="0"/>
                </a:rPr>
                <a:t>C</a:t>
              </a:r>
              <a:r>
                <a:rPr lang="en-GB" altLang="th-TH" baseline="-25000">
                  <a:solidFill>
                    <a:schemeClr val="accent2"/>
                  </a:solidFill>
                  <a:latin typeface="Times New Roman" pitchFamily="18" charset="0"/>
                </a:rPr>
                <a:t>1</a:t>
              </a:r>
              <a:endParaRPr lang="en-US" altLang="th-TH" baseline="-250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279650" y="1219200"/>
            <a:ext cx="2895600" cy="2895600"/>
            <a:chOff x="1920" y="1440"/>
            <a:chExt cx="1824" cy="1824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 flipV="1">
              <a:off x="2592" y="1968"/>
              <a:ext cx="1152" cy="129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920" y="1440"/>
              <a:ext cx="1301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charset="-128"/>
                </a:defRPr>
              </a:lvl9pPr>
            </a:lstStyle>
            <a:p>
              <a:r>
                <a:rPr lang="en-US" altLang="th-TH" i="1">
                  <a:latin typeface="Times New Roman" pitchFamily="18" charset="0"/>
                </a:rPr>
                <a:t>2nd Principal </a:t>
              </a:r>
            </a:p>
            <a:p>
              <a:r>
                <a:rPr lang="en-US" altLang="th-TH" i="1">
                  <a:latin typeface="Times New Roman" pitchFamily="18" charset="0"/>
                </a:rPr>
                <a:t>Component, </a:t>
              </a:r>
              <a:r>
                <a:rPr lang="en-GB" altLang="th-TH" i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C</a:t>
              </a:r>
              <a:r>
                <a:rPr lang="en-GB" altLang="th-TH" i="1" baseline="-2500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2</a:t>
              </a:r>
              <a:endParaRPr lang="en-US" altLang="th-TH" baseline="-2500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888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How many PCs to retain?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Scree 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21</a:t>
            </a:fld>
            <a:endParaRPr lang="th-TH"/>
          </a:p>
        </p:txBody>
      </p:sp>
      <p:pic>
        <p:nvPicPr>
          <p:cNvPr id="1028" name="Picture 4" descr="http://www.ats.ucla.edu/stat/spss/output/spss_output_pca_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130559"/>
            <a:ext cx="5400600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391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Kaiser Rule</a:t>
            </a:r>
          </a:p>
          <a:p>
            <a:pPr marL="0" indent="0">
              <a:buNone/>
            </a:pPr>
            <a:r>
              <a:rPr lang="fr-FR" altLang="th-TH">
                <a:latin typeface="+mj-lt"/>
              </a:rPr>
              <a:t>- </a:t>
            </a:r>
            <a:r>
              <a:rPr lang="fr-FR" altLang="th-TH" err="1">
                <a:latin typeface="+mj-lt"/>
              </a:rPr>
              <a:t>keep</a:t>
            </a:r>
            <a:r>
              <a:rPr lang="fr-FR" altLang="th-TH">
                <a:latin typeface="+mj-lt"/>
              </a:rPr>
              <a:t> </a:t>
            </a:r>
            <a:r>
              <a:rPr lang="fr-FR" altLang="th-TH" err="1">
                <a:latin typeface="+mj-lt"/>
              </a:rPr>
              <a:t>PCs</a:t>
            </a:r>
            <a:r>
              <a:rPr lang="fr-FR" altLang="th-TH">
                <a:latin typeface="+mj-lt"/>
              </a:rPr>
              <a:t> </a:t>
            </a:r>
            <a:r>
              <a:rPr lang="fr-FR" altLang="th-TH" err="1">
                <a:latin typeface="+mj-lt"/>
              </a:rPr>
              <a:t>with</a:t>
            </a:r>
            <a:r>
              <a:rPr lang="fr-FR" altLang="th-TH">
                <a:latin typeface="+mj-lt"/>
              </a:rPr>
              <a:t>  </a:t>
            </a:r>
            <a:r>
              <a:rPr lang="fr-FR" altLang="th-TH" err="1">
                <a:latin typeface="+mj-lt"/>
              </a:rPr>
              <a:t>eigenvalues</a:t>
            </a:r>
            <a:r>
              <a:rPr lang="fr-FR" altLang="th-TH">
                <a:latin typeface="+mj-lt"/>
              </a:rPr>
              <a:t> &gt;1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amount of variance that is accounted for by the principal components (PCs)</a:t>
            </a:r>
          </a:p>
          <a:p>
            <a:pPr marL="0" indent="0">
              <a:buNone/>
            </a:pPr>
            <a:r>
              <a:rPr lang="fr-FR" altLang="th-TH"/>
              <a:t>= </a:t>
            </a:r>
            <a:r>
              <a:rPr lang="fr-FR" altLang="th-TH" err="1"/>
              <a:t>Enough</a:t>
            </a:r>
            <a:r>
              <a:rPr lang="fr-FR" altLang="th-TH"/>
              <a:t> </a:t>
            </a:r>
            <a:r>
              <a:rPr lang="fr-FR" altLang="th-TH" err="1"/>
              <a:t>PCs</a:t>
            </a:r>
            <a:r>
              <a:rPr lang="fr-FR" altLang="th-TH"/>
              <a:t> to have a cumulative variance </a:t>
            </a:r>
            <a:r>
              <a:rPr lang="fr-FR" altLang="th-TH" err="1"/>
              <a:t>explained</a:t>
            </a:r>
            <a:r>
              <a:rPr lang="fr-FR" altLang="th-TH"/>
              <a:t> by the </a:t>
            </a:r>
            <a:r>
              <a:rPr lang="fr-FR" altLang="th-TH" err="1"/>
              <a:t>PCs</a:t>
            </a:r>
            <a:r>
              <a:rPr lang="fr-FR" altLang="th-TH"/>
              <a:t> </a:t>
            </a:r>
            <a:r>
              <a:rPr lang="fr-FR" altLang="th-TH" err="1"/>
              <a:t>that</a:t>
            </a:r>
            <a:r>
              <a:rPr lang="fr-FR" altLang="th-TH"/>
              <a:t> </a:t>
            </a:r>
            <a:r>
              <a:rPr lang="fr-FR" altLang="th-TH" err="1"/>
              <a:t>is</a:t>
            </a:r>
            <a:r>
              <a:rPr lang="fr-FR" altLang="th-TH"/>
              <a:t> &gt;50-70%</a:t>
            </a:r>
            <a:endParaRPr lang="th-TH"/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22</a:t>
            </a:fld>
            <a:endParaRPr lang="th-TH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many PCs to retain?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4217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DE1C-DEC9-483D-AFF7-8BD801FBF768}" type="slidenum">
              <a:rPr lang="th-TH" smtClean="0"/>
              <a:pPr/>
              <a:t>23</a:t>
            </a:fld>
            <a:endParaRPr lang="th-TH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-946150"/>
            <a:ext cx="8115300" cy="875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0</TotalTime>
  <Words>1118</Words>
  <Application>Microsoft Office PowerPoint</Application>
  <PresentationFormat>On-screen Show (4:3)</PresentationFormat>
  <Paragraphs>452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ＭＳ Ｐゴシック</vt:lpstr>
      <vt:lpstr>Arial</vt:lpstr>
      <vt:lpstr>Calibri</vt:lpstr>
      <vt:lpstr>Cambria Math</vt:lpstr>
      <vt:lpstr>Times New Roman</vt:lpstr>
      <vt:lpstr>Wingdings</vt:lpstr>
      <vt:lpstr>Office Theme</vt:lpstr>
      <vt:lpstr>Multivariate Analysis  PCA</vt:lpstr>
      <vt:lpstr>Objectives: students should be able</vt:lpstr>
      <vt:lpstr>Examples of  multivariate data sets</vt:lpstr>
      <vt:lpstr>Mean dry weight of 54 plant species on 89 plots and covariates</vt:lpstr>
      <vt:lpstr>Two main categories</vt:lpstr>
      <vt:lpstr>What multivariate techniques look for?</vt:lpstr>
      <vt:lpstr>Ordination</vt:lpstr>
      <vt:lpstr>Ordination as data reduction </vt:lpstr>
      <vt:lpstr>Principal Component Analysis: PCA</vt:lpstr>
      <vt:lpstr>PCA</vt:lpstr>
      <vt:lpstr>PowerPoint Presentation</vt:lpstr>
      <vt:lpstr>When to use</vt:lpstr>
      <vt:lpstr>Steps</vt:lpstr>
      <vt:lpstr>PCA  finds a set of standardized orthogonal linear combinations </vt:lpstr>
      <vt:lpstr>PowerPoint Presentation</vt:lpstr>
      <vt:lpstr>Variance-covariance matrix (Covariance matrix)</vt:lpstr>
      <vt:lpstr>Correlation matrix</vt:lpstr>
      <vt:lpstr>PCA is either performed on a variance–covariance matrix or on a correlation matrix.</vt:lpstr>
      <vt:lpstr>Orthogonal</vt:lpstr>
      <vt:lpstr>PowerPoint Presentation</vt:lpstr>
      <vt:lpstr>How many PCs to retain?</vt:lpstr>
      <vt:lpstr>PowerPoint Presentation</vt:lpstr>
      <vt:lpstr>PowerPoint Presentation</vt:lpstr>
    </vt:vector>
  </TitlesOfParts>
  <Company>Faculty of Nursing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Multivariate analysis</dc:title>
  <dc:creator>User</dc:creator>
  <cp:lastModifiedBy>PIMONRAT TIANSAWAT</cp:lastModifiedBy>
  <cp:revision>3</cp:revision>
  <dcterms:created xsi:type="dcterms:W3CDTF">2016-04-26T03:09:22Z</dcterms:created>
  <dcterms:modified xsi:type="dcterms:W3CDTF">2026-01-15T04:45:13Z</dcterms:modified>
</cp:coreProperties>
</file>