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2"/>
  </p:notesMasterIdLst>
  <p:sldIdLst>
    <p:sldId id="265" r:id="rId3"/>
    <p:sldId id="264" r:id="rId4"/>
    <p:sldId id="263" r:id="rId5"/>
    <p:sldId id="262" r:id="rId6"/>
    <p:sldId id="260" r:id="rId7"/>
    <p:sldId id="259" r:id="rId8"/>
    <p:sldId id="258" r:id="rId9"/>
    <p:sldId id="25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1E89D-DBE5-4169-A8F1-816CC7B06EC0}" v="18" dt="2019-12-19T04:03:52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4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MONRAT TIANSAWAT" userId="S::pimonrat.t@cmu.ac.th::23cb1940-24c3-4a1d-b572-740fee7145f1" providerId="AD" clId="Web-{92F1E89D-DBE5-4169-A8F1-816CC7B06EC0}"/>
    <pc:docChg chg="delSld modSld">
      <pc:chgData name="PIMONRAT TIANSAWAT" userId="S::pimonrat.t@cmu.ac.th::23cb1940-24c3-4a1d-b572-740fee7145f1" providerId="AD" clId="Web-{92F1E89D-DBE5-4169-A8F1-816CC7B06EC0}" dt="2019-12-19T04:03:52.405" v="7" actId="1076"/>
      <pc:docMkLst>
        <pc:docMk/>
      </pc:docMkLst>
      <pc:sldChg chg="del">
        <pc:chgData name="PIMONRAT TIANSAWAT" userId="S::pimonrat.t@cmu.ac.th::23cb1940-24c3-4a1d-b572-740fee7145f1" providerId="AD" clId="Web-{92F1E89D-DBE5-4169-A8F1-816CC7B06EC0}" dt="2019-12-19T04:03:39.890" v="2"/>
        <pc:sldMkLst>
          <pc:docMk/>
          <pc:sldMk cId="109857222" sldId="256"/>
        </pc:sldMkLst>
      </pc:sldChg>
      <pc:sldChg chg="delSp modSp">
        <pc:chgData name="PIMONRAT TIANSAWAT" userId="S::pimonrat.t@cmu.ac.th::23cb1940-24c3-4a1d-b572-740fee7145f1" providerId="AD" clId="Web-{92F1E89D-DBE5-4169-A8F1-816CC7B06EC0}" dt="2019-12-19T04:03:52.405" v="7" actId="1076"/>
        <pc:sldMkLst>
          <pc:docMk/>
          <pc:sldMk cId="1537956600" sldId="265"/>
        </pc:sldMkLst>
        <pc:spChg chg="mod">
          <ac:chgData name="PIMONRAT TIANSAWAT" userId="S::pimonrat.t@cmu.ac.th::23cb1940-24c3-4a1d-b572-740fee7145f1" providerId="AD" clId="Web-{92F1E89D-DBE5-4169-A8F1-816CC7B06EC0}" dt="2019-12-19T04:03:52.390" v="5" actId="1076"/>
          <ac:spMkLst>
            <pc:docMk/>
            <pc:sldMk cId="1537956600" sldId="265"/>
            <ac:spMk id="2" creationId="{00000000-0000-0000-0000-000000000000}"/>
          </ac:spMkLst>
        </pc:spChg>
        <pc:spChg chg="mod">
          <ac:chgData name="PIMONRAT TIANSAWAT" userId="S::pimonrat.t@cmu.ac.th::23cb1940-24c3-4a1d-b572-740fee7145f1" providerId="AD" clId="Web-{92F1E89D-DBE5-4169-A8F1-816CC7B06EC0}" dt="2019-12-19T04:03:52.405" v="6" actId="1076"/>
          <ac:spMkLst>
            <pc:docMk/>
            <pc:sldMk cId="1537956600" sldId="265"/>
            <ac:spMk id="3" creationId="{00000000-0000-0000-0000-000000000000}"/>
          </ac:spMkLst>
        </pc:spChg>
        <pc:spChg chg="del">
          <ac:chgData name="PIMONRAT TIANSAWAT" userId="S::pimonrat.t@cmu.ac.th::23cb1940-24c3-4a1d-b572-740fee7145f1" providerId="AD" clId="Web-{92F1E89D-DBE5-4169-A8F1-816CC7B06EC0}" dt="2019-12-19T04:03:49.437" v="4"/>
          <ac:spMkLst>
            <pc:docMk/>
            <pc:sldMk cId="1537956600" sldId="265"/>
            <ac:spMk id="4" creationId="{00000000-0000-0000-0000-000000000000}"/>
          </ac:spMkLst>
        </pc:spChg>
        <pc:spChg chg="del">
          <ac:chgData name="PIMONRAT TIANSAWAT" userId="S::pimonrat.t@cmu.ac.th::23cb1940-24c3-4a1d-b572-740fee7145f1" providerId="AD" clId="Web-{92F1E89D-DBE5-4169-A8F1-816CC7B06EC0}" dt="2019-12-19T04:03:47.999" v="3"/>
          <ac:spMkLst>
            <pc:docMk/>
            <pc:sldMk cId="1537956600" sldId="265"/>
            <ac:spMk id="5" creationId="{00000000-0000-0000-0000-000000000000}"/>
          </ac:spMkLst>
        </pc:spChg>
        <pc:picChg chg="mod">
          <ac:chgData name="PIMONRAT TIANSAWAT" userId="S::pimonrat.t@cmu.ac.th::23cb1940-24c3-4a1d-b572-740fee7145f1" providerId="AD" clId="Web-{92F1E89D-DBE5-4169-A8F1-816CC7B06EC0}" dt="2019-12-19T04:03:52.405" v="7" actId="1076"/>
          <ac:picMkLst>
            <pc:docMk/>
            <pc:sldMk cId="1537956600" sldId="265"/>
            <ac:picMk id="2054" creationId="{00000000-0000-0000-0000-000000000000}"/>
          </ac:picMkLst>
        </pc:picChg>
      </pc:sldChg>
    </pc:docChg>
  </pc:docChgLst>
  <pc:docChgLst>
    <pc:chgData clId="Web-{92F1E89D-DBE5-4169-A8F1-816CC7B06EC0}"/>
    <pc:docChg chg="addSld addMainMaster">
      <pc:chgData name="" userId="" providerId="" clId="Web-{92F1E89D-DBE5-4169-A8F1-816CC7B06EC0}" dt="2019-12-19T04:03:03.890" v="8"/>
      <pc:docMkLst>
        <pc:docMk/>
      </pc:docMkLst>
      <pc:sldChg chg="add">
        <pc:chgData name="" userId="" providerId="" clId="Web-{92F1E89D-DBE5-4169-A8F1-816CC7B06EC0}" dt="2019-12-19T04:03:03.577" v="0"/>
        <pc:sldMkLst>
          <pc:docMk/>
          <pc:sldMk cId="192281444" sldId="257"/>
        </pc:sldMkLst>
      </pc:sldChg>
      <pc:sldChg chg="add">
        <pc:chgData name="" userId="" providerId="" clId="Web-{92F1E89D-DBE5-4169-A8F1-816CC7B06EC0}" dt="2019-12-19T04:03:03.624" v="1"/>
        <pc:sldMkLst>
          <pc:docMk/>
          <pc:sldMk cId="1484460192" sldId="258"/>
        </pc:sldMkLst>
      </pc:sldChg>
      <pc:sldChg chg="add">
        <pc:chgData name="" userId="" providerId="" clId="Web-{92F1E89D-DBE5-4169-A8F1-816CC7B06EC0}" dt="2019-12-19T04:03:03.655" v="2"/>
        <pc:sldMkLst>
          <pc:docMk/>
          <pc:sldMk cId="1838544082" sldId="259"/>
        </pc:sldMkLst>
      </pc:sldChg>
      <pc:sldChg chg="add">
        <pc:chgData name="" userId="" providerId="" clId="Web-{92F1E89D-DBE5-4169-A8F1-816CC7B06EC0}" dt="2019-12-19T04:03:03.687" v="3"/>
        <pc:sldMkLst>
          <pc:docMk/>
          <pc:sldMk cId="2289225926" sldId="260"/>
        </pc:sldMkLst>
      </pc:sldChg>
      <pc:sldChg chg="add">
        <pc:chgData name="" userId="" providerId="" clId="Web-{92F1E89D-DBE5-4169-A8F1-816CC7B06EC0}" dt="2019-12-19T04:03:03.718" v="4"/>
        <pc:sldMkLst>
          <pc:docMk/>
          <pc:sldMk cId="983488634" sldId="261"/>
        </pc:sldMkLst>
      </pc:sldChg>
      <pc:sldChg chg="add">
        <pc:chgData name="" userId="" providerId="" clId="Web-{92F1E89D-DBE5-4169-A8F1-816CC7B06EC0}" dt="2019-12-19T04:03:03.780" v="5"/>
        <pc:sldMkLst>
          <pc:docMk/>
          <pc:sldMk cId="2034377709" sldId="262"/>
        </pc:sldMkLst>
      </pc:sldChg>
      <pc:sldChg chg="add">
        <pc:chgData name="" userId="" providerId="" clId="Web-{92F1E89D-DBE5-4169-A8F1-816CC7B06EC0}" dt="2019-12-19T04:03:03.812" v="6"/>
        <pc:sldMkLst>
          <pc:docMk/>
          <pc:sldMk cId="1149840498" sldId="263"/>
        </pc:sldMkLst>
      </pc:sldChg>
      <pc:sldChg chg="add">
        <pc:chgData name="" userId="" providerId="" clId="Web-{92F1E89D-DBE5-4169-A8F1-816CC7B06EC0}" dt="2019-12-19T04:03:03.843" v="7"/>
        <pc:sldMkLst>
          <pc:docMk/>
          <pc:sldMk cId="2209255888" sldId="264"/>
        </pc:sldMkLst>
      </pc:sldChg>
      <pc:sldChg chg="add">
        <pc:chgData name="" userId="" providerId="" clId="Web-{92F1E89D-DBE5-4169-A8F1-816CC7B06EC0}" dt="2019-12-19T04:03:03.890" v="8"/>
        <pc:sldMkLst>
          <pc:docMk/>
          <pc:sldMk cId="1537956600" sldId="265"/>
        </pc:sldMkLst>
      </pc:sldChg>
      <pc:sldMasterChg chg="add addSldLayout">
        <pc:chgData name="" userId="" providerId="" clId="Web-{92F1E89D-DBE5-4169-A8F1-816CC7B06EC0}" dt="2019-12-19T04:03:03.577" v="0"/>
        <pc:sldMasterMkLst>
          <pc:docMk/>
          <pc:sldMasterMk cId="2023877910" sldId="2147483648"/>
        </pc:sldMasterMkLst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2118088625" sldId="2147483649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2827822228" sldId="2147483650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3906801164" sldId="2147483651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1508386801" sldId="2147483652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3436140512" sldId="2147483653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561749033" sldId="2147483654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3045347716" sldId="2147483655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2188600597" sldId="2147483656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3722937043" sldId="2147483657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2589325178" sldId="2147483658"/>
          </pc:sldLayoutMkLst>
        </pc:sldLayoutChg>
        <pc:sldLayoutChg chg="add">
          <pc:chgData name="" userId="" providerId="" clId="Web-{92F1E89D-DBE5-4169-A8F1-816CC7B06EC0}" dt="2019-12-19T04:03:03.577" v="0"/>
          <pc:sldLayoutMkLst>
            <pc:docMk/>
            <pc:sldMasterMk cId="2023877910" sldId="2147483648"/>
            <pc:sldLayoutMk cId="162963728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C8B5F-61CC-45FC-B638-28A0596B3A59}" type="datetimeFigureOut">
              <a:rPr lang="en-US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1471D-FF39-4AF7-AC97-6ED5D83F52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91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  <a:endParaRPr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88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22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0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86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40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49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47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00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7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25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3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EB5E7-4D01-4687-8317-168DFE9D4E7C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89C2D-7520-4B3E-867F-0932DEF4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7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c2e.com/" TargetMode="External"/><Relationship Id="rId2" Type="http://schemas.openxmlformats.org/officeDocument/2006/relationships/hyperlink" Target="https://www.r-bloggers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2286000" y="3050876"/>
            <a:ext cx="7772400" cy="1470025"/>
          </a:xfrm>
        </p:spPr>
        <p:txBody>
          <a:bodyPr/>
          <a:lstStyle/>
          <a:p>
            <a:r>
              <a:rPr lang="en-US" dirty="0"/>
              <a:t>Working with R programming language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2895600" y="4574875"/>
            <a:ext cx="64008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Pimonrat Tiansawat</a:t>
            </a:r>
          </a:p>
          <a:p>
            <a:r>
              <a:rPr lang="en-US" dirty="0"/>
              <a:t>2026</a:t>
            </a:r>
          </a:p>
        </p:txBody>
      </p:sp>
      <p:pic>
        <p:nvPicPr>
          <p:cNvPr id="2054" name="Picture 6" descr="ผลการค้นหารูปภาพสำหรับ r langu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87610"/>
            <a:ext cx="2742788" cy="212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956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Let’s set our goals together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525963"/>
          </a:xfrm>
        </p:spPr>
        <p:txBody>
          <a:bodyPr/>
          <a:lstStyle/>
          <a:p>
            <a:r>
              <a:rPr lang="en-US" dirty="0"/>
              <a:t>To be familiar with coding in R programming language (use R Studio)</a:t>
            </a:r>
          </a:p>
          <a:p>
            <a:endParaRPr lang="en-US" dirty="0"/>
          </a:p>
          <a:p>
            <a:r>
              <a:rPr lang="en-US" dirty="0"/>
              <a:t>To be able to look for common statistics and/or R package for what you want to do with your data</a:t>
            </a:r>
          </a:p>
          <a:p>
            <a:endParaRPr lang="en-US" dirty="0"/>
          </a:p>
          <a:p>
            <a:r>
              <a:rPr lang="en-US" dirty="0"/>
              <a:t>To be comfortable looking up for help about 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25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R and Statistics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NOT statistics.</a:t>
            </a:r>
          </a:p>
          <a:p>
            <a:r>
              <a:rPr lang="en-US" dirty="0"/>
              <a:t>R = an </a:t>
            </a:r>
            <a:r>
              <a:rPr lang="en-US" b="1" dirty="0"/>
              <a:t>environment</a:t>
            </a:r>
            <a:r>
              <a:rPr lang="en-US" dirty="0"/>
              <a:t> which many statistical techniques have been implemented.</a:t>
            </a:r>
          </a:p>
          <a:p>
            <a:endParaRPr lang="en-US" dirty="0"/>
          </a:p>
          <a:p>
            <a:r>
              <a:rPr lang="en-US" dirty="0"/>
              <a:t>Some techniques = built-in </a:t>
            </a:r>
          </a:p>
          <a:p>
            <a:r>
              <a:rPr lang="en-US" dirty="0"/>
              <a:t>Some are supplied as </a:t>
            </a:r>
            <a:r>
              <a:rPr lang="en-US" i="1" dirty="0"/>
              <a:t>package </a:t>
            </a:r>
            <a:r>
              <a:rPr lang="en-US" dirty="0"/>
              <a:t>(we will work with this)</a:t>
            </a:r>
          </a:p>
        </p:txBody>
      </p:sp>
    </p:spTree>
    <p:extLst>
      <p:ext uri="{BB962C8B-B14F-4D97-AF65-F5344CB8AC3E}">
        <p14:creationId xmlns:p14="http://schemas.microsoft.com/office/powerpoint/2010/main" val="114984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 descr="https://qph.ec.quoracdn.net/main-qimg-e6d077a37eb2d4033b8a49e41c1e7d01.webp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ttps://qph.ec.quoracdn.net/main-qimg-e6d077a37eb2d4033b8a49e41c1e7d01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 descr="https://qph.ec.quoracdn.net/main-qimg-e6d077a37eb2d4033b8a49e41c1e7d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342" y="838201"/>
            <a:ext cx="85725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สี่เหลี่ยมผืนผ้า 5"/>
          <p:cNvSpPr/>
          <p:nvPr/>
        </p:nvSpPr>
        <p:spPr>
          <a:xfrm>
            <a:off x="6019800" y="60960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https://qph.ec.quoracdn.net/main-qimg-e6d077a37eb2d4033b8a49e41c1e7d01</a:t>
            </a:r>
          </a:p>
        </p:txBody>
      </p:sp>
    </p:spTree>
    <p:extLst>
      <p:ext uri="{BB962C8B-B14F-4D97-AF65-F5344CB8AC3E}">
        <p14:creationId xmlns:p14="http://schemas.microsoft.com/office/powerpoint/2010/main" val="203437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 data types in R</a:t>
            </a:r>
          </a:p>
          <a:p>
            <a:r>
              <a:rPr lang="en-US" dirty="0"/>
              <a:t>“a”, “biology”		Character</a:t>
            </a:r>
          </a:p>
          <a:p>
            <a:r>
              <a:rPr lang="en-US" dirty="0"/>
              <a:t>2, 10.23, -1.8		Numeric</a:t>
            </a:r>
          </a:p>
          <a:p>
            <a:r>
              <a:rPr lang="en-US" dirty="0"/>
              <a:t>2L				Integer</a:t>
            </a:r>
          </a:p>
          <a:p>
            <a:r>
              <a:rPr lang="en-US" dirty="0"/>
              <a:t>True, False		Logical</a:t>
            </a:r>
          </a:p>
          <a:p>
            <a:r>
              <a:rPr lang="en-US" dirty="0"/>
              <a:t>1+4i 			Complex</a:t>
            </a:r>
          </a:p>
          <a:p>
            <a:r>
              <a:rPr lang="en-US" dirty="0"/>
              <a:t>62 6f 62			Raw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2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6 data types (modes) in R</a:t>
            </a:r>
          </a:p>
          <a:p>
            <a:pPr marL="0" indent="0">
              <a:buNone/>
            </a:pPr>
            <a:r>
              <a:rPr lang="en-US" dirty="0"/>
              <a:t>“a”, “biology”		Character</a:t>
            </a:r>
          </a:p>
          <a:p>
            <a:r>
              <a:rPr lang="en-US" dirty="0"/>
              <a:t>2, 10.23, -1.8		Numeric</a:t>
            </a:r>
          </a:p>
          <a:p>
            <a:r>
              <a:rPr lang="en-US" dirty="0"/>
              <a:t>2L				Integer</a:t>
            </a:r>
          </a:p>
          <a:p>
            <a:r>
              <a:rPr lang="en-US" dirty="0"/>
              <a:t>True, False		Logical</a:t>
            </a:r>
          </a:p>
          <a:p>
            <a:r>
              <a:rPr lang="en-US" dirty="0"/>
              <a:t>1+4i 			Complex</a:t>
            </a:r>
          </a:p>
          <a:p>
            <a:r>
              <a:rPr lang="en-US" dirty="0"/>
              <a:t>62 6f 62			Raw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ลูกศรขวาท้ายบาก 4"/>
          <p:cNvSpPr/>
          <p:nvPr/>
        </p:nvSpPr>
        <p:spPr>
          <a:xfrm flipH="1">
            <a:off x="7696200" y="2057400"/>
            <a:ext cx="1143000" cy="5334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ลูกศรขวาท้ายบาก 5"/>
          <p:cNvSpPr/>
          <p:nvPr/>
        </p:nvSpPr>
        <p:spPr>
          <a:xfrm flipH="1">
            <a:off x="7696200" y="2667000"/>
            <a:ext cx="1143000" cy="5334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ลูกศรขวาท้ายบาก 7"/>
          <p:cNvSpPr/>
          <p:nvPr/>
        </p:nvSpPr>
        <p:spPr>
          <a:xfrm flipH="1">
            <a:off x="7696200" y="3810000"/>
            <a:ext cx="1143000" cy="5334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6553201" y="5791200"/>
            <a:ext cx="37616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Most of the time</a:t>
            </a:r>
          </a:p>
        </p:txBody>
      </p:sp>
    </p:spTree>
    <p:extLst>
      <p:ext uri="{BB962C8B-B14F-4D97-AF65-F5344CB8AC3E}">
        <p14:creationId xmlns:p14="http://schemas.microsoft.com/office/powerpoint/2010/main" val="183854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structures in R include</a:t>
            </a:r>
          </a:p>
          <a:p>
            <a:r>
              <a:rPr lang="en-US" dirty="0"/>
              <a:t>vector</a:t>
            </a:r>
          </a:p>
          <a:p>
            <a:r>
              <a:rPr lang="en-US" dirty="0"/>
              <a:t>list</a:t>
            </a:r>
          </a:p>
          <a:p>
            <a:r>
              <a:rPr lang="en-US" dirty="0"/>
              <a:t>matrix</a:t>
            </a:r>
          </a:p>
          <a:p>
            <a:r>
              <a:rPr lang="en-US" dirty="0"/>
              <a:t>data frame</a:t>
            </a:r>
          </a:p>
          <a:p>
            <a:r>
              <a:rPr lang="en-US" dirty="0"/>
              <a:t>factors</a:t>
            </a:r>
          </a:p>
          <a:p>
            <a:r>
              <a:rPr lang="en-US" dirty="0"/>
              <a:t>tables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ลูกศรขวาท้ายบาก 3"/>
          <p:cNvSpPr/>
          <p:nvPr/>
        </p:nvSpPr>
        <p:spPr>
          <a:xfrm flipH="1">
            <a:off x="4786914" y="2209800"/>
            <a:ext cx="1143000" cy="5334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ลูกศรขวาท้ายบาก 4"/>
          <p:cNvSpPr/>
          <p:nvPr/>
        </p:nvSpPr>
        <p:spPr>
          <a:xfrm flipH="1">
            <a:off x="4800600" y="4038600"/>
            <a:ext cx="1143000" cy="5334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ลูกศรขวาท้ายบาก 5"/>
          <p:cNvSpPr/>
          <p:nvPr/>
        </p:nvSpPr>
        <p:spPr>
          <a:xfrm flipH="1">
            <a:off x="4876800" y="4805039"/>
            <a:ext cx="1143000" cy="1905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ลูกศรขวาท้ายบาก 6"/>
          <p:cNvSpPr/>
          <p:nvPr/>
        </p:nvSpPr>
        <p:spPr>
          <a:xfrm flipH="1">
            <a:off x="4800600" y="2990850"/>
            <a:ext cx="1143000" cy="1905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6992560" y="2344520"/>
            <a:ext cx="2027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Our focus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4460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981200" y="19235"/>
            <a:ext cx="8229600" cy="1143000"/>
          </a:xfrm>
        </p:spPr>
        <p:txBody>
          <a:bodyPr/>
          <a:lstStyle/>
          <a:p>
            <a:r>
              <a:rPr lang="en-US" dirty="0"/>
              <a:t>Lab format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Work at your own pace!</a:t>
            </a:r>
          </a:p>
          <a:p>
            <a:r>
              <a:rPr lang="en-US" dirty="0"/>
              <a:t>You will have worksheets and files.</a:t>
            </a:r>
          </a:p>
          <a:p>
            <a:endParaRPr lang="en-US" dirty="0"/>
          </a:p>
          <a:p>
            <a:r>
              <a:rPr lang="en-US" dirty="0"/>
              <a:t>Read the text and you will see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This is what you will type into 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209800" y="3962400"/>
            <a:ext cx="77724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d&lt;-c(88,5,12,13)</a:t>
            </a:r>
          </a:p>
          <a:p>
            <a:r>
              <a:rPr lang="en-US" dirty="0">
                <a:solidFill>
                  <a:schemeClr val="tx1"/>
                </a:solidFill>
              </a:rPr>
              <a:t>d1&lt;-d[-c(1,5)]</a:t>
            </a:r>
          </a:p>
        </p:txBody>
      </p:sp>
      <p:cxnSp>
        <p:nvCxnSpPr>
          <p:cNvPr id="6" name="ลูกศรเชื่อมต่อแบบตรง 5"/>
          <p:cNvCxnSpPr/>
          <p:nvPr/>
        </p:nvCxnSpPr>
        <p:spPr>
          <a:xfrm flipH="1" flipV="1">
            <a:off x="3733800" y="4343400"/>
            <a:ext cx="609600" cy="3810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 descr="C:\Users\Win10\AppData\Local\Microsoft\Windows\INetCache\IE\THF4L17R\raising-hands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638800"/>
            <a:ext cx="2221996" cy="109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096000" y="6096000"/>
            <a:ext cx="4007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Feel free to ask questions!</a:t>
            </a:r>
          </a:p>
        </p:txBody>
      </p:sp>
    </p:spTree>
    <p:extLst>
      <p:ext uri="{BB962C8B-B14F-4D97-AF65-F5344CB8AC3E}">
        <p14:creationId xmlns:p14="http://schemas.microsoft.com/office/powerpoint/2010/main" val="192281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 resources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bloggers - </a:t>
            </a:r>
            <a:r>
              <a:rPr lang="en-US" dirty="0">
                <a:hlinkClick r:id="rId2"/>
              </a:rPr>
              <a:t>https://www.r-bloggers.com/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R cookbook - </a:t>
            </a:r>
            <a:r>
              <a:rPr lang="en-US" dirty="0">
                <a:hlinkClick r:id="rId3"/>
              </a:rPr>
              <a:t>https://rc2e.com/</a:t>
            </a:r>
            <a:endParaRPr lang="en-US" dirty="0"/>
          </a:p>
          <a:p>
            <a:endParaRPr lang="en-US" dirty="0"/>
          </a:p>
          <a:p>
            <a:endParaRPr lang="th-TH" dirty="0"/>
          </a:p>
          <a:p>
            <a:endParaRPr lang="th-T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1451</TotalTime>
  <Words>300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ชุดรูปแบบของ Office</vt:lpstr>
      <vt:lpstr>Working with R programming language</vt:lpstr>
      <vt:lpstr>Let’s set our goals together</vt:lpstr>
      <vt:lpstr>R and Statistics</vt:lpstr>
      <vt:lpstr>PowerPoint Presentation</vt:lpstr>
      <vt:lpstr>Data types</vt:lpstr>
      <vt:lpstr>Data types</vt:lpstr>
      <vt:lpstr>Data structure</vt:lpstr>
      <vt:lpstr>Lab format</vt:lpstr>
      <vt:lpstr>Additional R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PIMONRAT TIANSAWAT</cp:lastModifiedBy>
  <cp:revision>10</cp:revision>
  <dcterms:created xsi:type="dcterms:W3CDTF">2019-12-19T04:03:00Z</dcterms:created>
  <dcterms:modified xsi:type="dcterms:W3CDTF">2026-01-15T04:42:15Z</dcterms:modified>
</cp:coreProperties>
</file>